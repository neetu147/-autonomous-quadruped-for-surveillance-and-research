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364280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837053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313387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786161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262494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35268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9605812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8082146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6558479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0" y="5031252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0" y="3504026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0" y="1980360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4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0" y="453133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7517047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5993378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4466152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2942486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1415260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9143987" y="11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9144000" y="453123"/>
                </a:moveTo>
                <a:lnTo>
                  <a:pt x="779640" y="453123"/>
                </a:lnTo>
                <a:lnTo>
                  <a:pt x="779640" y="0"/>
                </a:lnTo>
                <a:lnTo>
                  <a:pt x="744042" y="0"/>
                </a:lnTo>
                <a:lnTo>
                  <a:pt x="744042" y="453123"/>
                </a:lnTo>
                <a:lnTo>
                  <a:pt x="0" y="453123"/>
                </a:lnTo>
                <a:lnTo>
                  <a:pt x="0" y="488721"/>
                </a:lnTo>
                <a:lnTo>
                  <a:pt x="744042" y="488721"/>
                </a:lnTo>
                <a:lnTo>
                  <a:pt x="744042" y="1980349"/>
                </a:lnTo>
                <a:lnTo>
                  <a:pt x="0" y="1980349"/>
                </a:lnTo>
                <a:lnTo>
                  <a:pt x="0" y="2015959"/>
                </a:lnTo>
                <a:lnTo>
                  <a:pt x="744042" y="2015959"/>
                </a:lnTo>
                <a:lnTo>
                  <a:pt x="744042" y="3504019"/>
                </a:lnTo>
                <a:lnTo>
                  <a:pt x="0" y="3504019"/>
                </a:lnTo>
                <a:lnTo>
                  <a:pt x="0" y="3539617"/>
                </a:lnTo>
                <a:lnTo>
                  <a:pt x="744042" y="3539617"/>
                </a:lnTo>
                <a:lnTo>
                  <a:pt x="744042" y="5031244"/>
                </a:lnTo>
                <a:lnTo>
                  <a:pt x="0" y="5031244"/>
                </a:lnTo>
                <a:lnTo>
                  <a:pt x="0" y="5066843"/>
                </a:lnTo>
                <a:lnTo>
                  <a:pt x="744042" y="5066843"/>
                </a:lnTo>
                <a:lnTo>
                  <a:pt x="744042" y="6558470"/>
                </a:lnTo>
                <a:lnTo>
                  <a:pt x="0" y="6558470"/>
                </a:lnTo>
                <a:lnTo>
                  <a:pt x="0" y="6594068"/>
                </a:lnTo>
                <a:lnTo>
                  <a:pt x="744042" y="6594068"/>
                </a:lnTo>
                <a:lnTo>
                  <a:pt x="744042" y="8082140"/>
                </a:lnTo>
                <a:lnTo>
                  <a:pt x="0" y="8082140"/>
                </a:lnTo>
                <a:lnTo>
                  <a:pt x="0" y="8117738"/>
                </a:lnTo>
                <a:lnTo>
                  <a:pt x="744042" y="8117738"/>
                </a:lnTo>
                <a:lnTo>
                  <a:pt x="744042" y="9605810"/>
                </a:lnTo>
                <a:lnTo>
                  <a:pt x="0" y="9605810"/>
                </a:lnTo>
                <a:lnTo>
                  <a:pt x="0" y="9641408"/>
                </a:lnTo>
                <a:lnTo>
                  <a:pt x="744042" y="9641408"/>
                </a:lnTo>
                <a:lnTo>
                  <a:pt x="744042" y="10287000"/>
                </a:lnTo>
                <a:lnTo>
                  <a:pt x="779640" y="10287000"/>
                </a:lnTo>
                <a:lnTo>
                  <a:pt x="779640" y="9641408"/>
                </a:lnTo>
                <a:lnTo>
                  <a:pt x="9144000" y="9641408"/>
                </a:lnTo>
                <a:lnTo>
                  <a:pt x="9144000" y="9605810"/>
                </a:lnTo>
                <a:lnTo>
                  <a:pt x="779640" y="9605810"/>
                </a:lnTo>
                <a:lnTo>
                  <a:pt x="779640" y="8117738"/>
                </a:lnTo>
                <a:lnTo>
                  <a:pt x="9144000" y="8117738"/>
                </a:lnTo>
                <a:lnTo>
                  <a:pt x="9144000" y="8082140"/>
                </a:lnTo>
                <a:lnTo>
                  <a:pt x="779640" y="8082140"/>
                </a:lnTo>
                <a:lnTo>
                  <a:pt x="779640" y="6594068"/>
                </a:lnTo>
                <a:lnTo>
                  <a:pt x="9144000" y="6594068"/>
                </a:lnTo>
                <a:lnTo>
                  <a:pt x="9144000" y="6558470"/>
                </a:lnTo>
                <a:lnTo>
                  <a:pt x="779640" y="6558470"/>
                </a:lnTo>
                <a:lnTo>
                  <a:pt x="779640" y="5066843"/>
                </a:lnTo>
                <a:lnTo>
                  <a:pt x="9144000" y="5066843"/>
                </a:lnTo>
                <a:lnTo>
                  <a:pt x="9144000" y="5031244"/>
                </a:lnTo>
                <a:lnTo>
                  <a:pt x="779640" y="5031244"/>
                </a:lnTo>
                <a:lnTo>
                  <a:pt x="779640" y="3539617"/>
                </a:lnTo>
                <a:lnTo>
                  <a:pt x="9144000" y="3539617"/>
                </a:lnTo>
                <a:lnTo>
                  <a:pt x="9144000" y="3504019"/>
                </a:lnTo>
                <a:lnTo>
                  <a:pt x="779640" y="3504019"/>
                </a:lnTo>
                <a:lnTo>
                  <a:pt x="779640" y="2015959"/>
                </a:lnTo>
                <a:lnTo>
                  <a:pt x="9144000" y="2015959"/>
                </a:lnTo>
                <a:lnTo>
                  <a:pt x="9144000" y="1980349"/>
                </a:lnTo>
                <a:lnTo>
                  <a:pt x="779640" y="1980349"/>
                </a:lnTo>
                <a:lnTo>
                  <a:pt x="779640" y="488721"/>
                </a:lnTo>
                <a:lnTo>
                  <a:pt x="9144000" y="488721"/>
                </a:lnTo>
                <a:lnTo>
                  <a:pt x="9144000" y="453123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75147" y="376743"/>
            <a:ext cx="9937705" cy="12074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39855" y="2894952"/>
            <a:ext cx="14408288" cy="452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64362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37122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313443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786204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62525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35286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600" y="0"/>
                </a:lnTo>
                <a:lnTo>
                  <a:pt x="35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0" y="9605892"/>
            <a:ext cx="9144000" cy="36195"/>
          </a:xfrm>
          <a:custGeom>
            <a:avLst/>
            <a:gdLst/>
            <a:ahLst/>
            <a:cxnLst/>
            <a:rect l="l" t="t" r="r" b="b"/>
            <a:pathLst>
              <a:path w="9144000" h="36195">
                <a:moveTo>
                  <a:pt x="9144000" y="35599"/>
                </a:moveTo>
                <a:lnTo>
                  <a:pt x="0" y="355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35599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0" y="8082213"/>
            <a:ext cx="9144000" cy="36195"/>
          </a:xfrm>
          <a:custGeom>
            <a:avLst/>
            <a:gdLst/>
            <a:ahLst/>
            <a:cxnLst/>
            <a:rect l="l" t="t" r="r" b="b"/>
            <a:pathLst>
              <a:path w="9144000" h="36195">
                <a:moveTo>
                  <a:pt x="9144000" y="35599"/>
                </a:moveTo>
                <a:lnTo>
                  <a:pt x="0" y="355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35599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6558534"/>
            <a:ext cx="9144000" cy="36195"/>
          </a:xfrm>
          <a:custGeom>
            <a:avLst/>
            <a:gdLst/>
            <a:ahLst/>
            <a:cxnLst/>
            <a:rect l="l" t="t" r="r" b="b"/>
            <a:pathLst>
              <a:path w="9144000" h="36195">
                <a:moveTo>
                  <a:pt x="9144000" y="35599"/>
                </a:moveTo>
                <a:lnTo>
                  <a:pt x="0" y="355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35599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0" y="5031295"/>
            <a:ext cx="9144000" cy="36195"/>
          </a:xfrm>
          <a:custGeom>
            <a:avLst/>
            <a:gdLst/>
            <a:ahLst/>
            <a:cxnLst/>
            <a:rect l="l" t="t" r="r" b="b"/>
            <a:pathLst>
              <a:path w="9144000" h="36195">
                <a:moveTo>
                  <a:pt x="9144000" y="35599"/>
                </a:moveTo>
                <a:lnTo>
                  <a:pt x="0" y="355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35599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0" y="3504057"/>
            <a:ext cx="9144000" cy="36195"/>
          </a:xfrm>
          <a:custGeom>
            <a:avLst/>
            <a:gdLst/>
            <a:ahLst/>
            <a:cxnLst/>
            <a:rect l="l" t="t" r="r" b="b"/>
            <a:pathLst>
              <a:path w="9144000" h="36195">
                <a:moveTo>
                  <a:pt x="9144000" y="35599"/>
                </a:moveTo>
                <a:lnTo>
                  <a:pt x="0" y="355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35599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0" y="1980378"/>
            <a:ext cx="9144000" cy="36195"/>
          </a:xfrm>
          <a:custGeom>
            <a:avLst/>
            <a:gdLst/>
            <a:ahLst/>
            <a:cxnLst/>
            <a:rect l="l" t="t" r="r" b="b"/>
            <a:pathLst>
              <a:path w="9144000" h="36194">
                <a:moveTo>
                  <a:pt x="9144000" y="35600"/>
                </a:moveTo>
                <a:lnTo>
                  <a:pt x="0" y="356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3560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0" y="453139"/>
            <a:ext cx="9144000" cy="36195"/>
          </a:xfrm>
          <a:custGeom>
            <a:avLst/>
            <a:gdLst/>
            <a:ahLst/>
            <a:cxnLst/>
            <a:rect l="l" t="t" r="r" b="b"/>
            <a:pathLst>
              <a:path w="9144000" h="36195">
                <a:moveTo>
                  <a:pt x="9144000" y="35599"/>
                </a:moveTo>
                <a:lnTo>
                  <a:pt x="0" y="355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35599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7517116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5993436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466197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2942519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415279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600" y="0"/>
                </a:lnTo>
                <a:lnTo>
                  <a:pt x="35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9144000" y="0"/>
            <a:ext cx="9144000" cy="10287000"/>
            <a:chOff x="9144000" y="0"/>
            <a:chExt cx="9144000" cy="10287000"/>
          </a:xfrm>
        </p:grpSpPr>
        <p:sp>
          <p:nvSpPr>
            <p:cNvPr id="22" name="object 22" descr=""/>
            <p:cNvSpPr/>
            <p:nvPr/>
          </p:nvSpPr>
          <p:spPr>
            <a:xfrm>
              <a:off x="9144000" y="11"/>
              <a:ext cx="9144000" cy="10287000"/>
            </a:xfrm>
            <a:custGeom>
              <a:avLst/>
              <a:gdLst/>
              <a:ahLst/>
              <a:cxnLst/>
              <a:rect l="l" t="t" r="r" b="b"/>
              <a:pathLst>
                <a:path w="9144000" h="10287000">
                  <a:moveTo>
                    <a:pt x="9144000" y="453136"/>
                  </a:moveTo>
                  <a:lnTo>
                    <a:pt x="779640" y="453136"/>
                  </a:lnTo>
                  <a:lnTo>
                    <a:pt x="779640" y="0"/>
                  </a:lnTo>
                  <a:lnTo>
                    <a:pt x="744029" y="0"/>
                  </a:lnTo>
                  <a:lnTo>
                    <a:pt x="744029" y="453136"/>
                  </a:lnTo>
                  <a:lnTo>
                    <a:pt x="0" y="453136"/>
                  </a:lnTo>
                  <a:lnTo>
                    <a:pt x="0" y="488734"/>
                  </a:lnTo>
                  <a:lnTo>
                    <a:pt x="744029" y="488734"/>
                  </a:lnTo>
                  <a:lnTo>
                    <a:pt x="744029" y="1980374"/>
                  </a:lnTo>
                  <a:lnTo>
                    <a:pt x="0" y="1980374"/>
                  </a:lnTo>
                  <a:lnTo>
                    <a:pt x="0" y="2015972"/>
                  </a:lnTo>
                  <a:lnTo>
                    <a:pt x="744029" y="2015972"/>
                  </a:lnTo>
                  <a:lnTo>
                    <a:pt x="744029" y="3504057"/>
                  </a:lnTo>
                  <a:lnTo>
                    <a:pt x="0" y="3504057"/>
                  </a:lnTo>
                  <a:lnTo>
                    <a:pt x="0" y="3539655"/>
                  </a:lnTo>
                  <a:lnTo>
                    <a:pt x="744029" y="3539655"/>
                  </a:lnTo>
                  <a:lnTo>
                    <a:pt x="744029" y="5031295"/>
                  </a:lnTo>
                  <a:lnTo>
                    <a:pt x="0" y="5031295"/>
                  </a:lnTo>
                  <a:lnTo>
                    <a:pt x="0" y="5066893"/>
                  </a:lnTo>
                  <a:lnTo>
                    <a:pt x="744029" y="5066893"/>
                  </a:lnTo>
                  <a:lnTo>
                    <a:pt x="744029" y="6558534"/>
                  </a:lnTo>
                  <a:lnTo>
                    <a:pt x="0" y="6558534"/>
                  </a:lnTo>
                  <a:lnTo>
                    <a:pt x="0" y="6594132"/>
                  </a:lnTo>
                  <a:lnTo>
                    <a:pt x="744029" y="6594132"/>
                  </a:lnTo>
                  <a:lnTo>
                    <a:pt x="744029" y="8082204"/>
                  </a:lnTo>
                  <a:lnTo>
                    <a:pt x="0" y="8082204"/>
                  </a:lnTo>
                  <a:lnTo>
                    <a:pt x="0" y="8117802"/>
                  </a:lnTo>
                  <a:lnTo>
                    <a:pt x="744029" y="8117802"/>
                  </a:lnTo>
                  <a:lnTo>
                    <a:pt x="744029" y="9605886"/>
                  </a:lnTo>
                  <a:lnTo>
                    <a:pt x="0" y="9605886"/>
                  </a:lnTo>
                  <a:lnTo>
                    <a:pt x="0" y="9641484"/>
                  </a:lnTo>
                  <a:lnTo>
                    <a:pt x="744029" y="9641484"/>
                  </a:lnTo>
                  <a:lnTo>
                    <a:pt x="744029" y="10287000"/>
                  </a:lnTo>
                  <a:lnTo>
                    <a:pt x="779640" y="10287000"/>
                  </a:lnTo>
                  <a:lnTo>
                    <a:pt x="779640" y="9641484"/>
                  </a:lnTo>
                  <a:lnTo>
                    <a:pt x="9144000" y="9641484"/>
                  </a:lnTo>
                  <a:lnTo>
                    <a:pt x="9144000" y="9605886"/>
                  </a:lnTo>
                  <a:lnTo>
                    <a:pt x="779640" y="9605886"/>
                  </a:lnTo>
                  <a:lnTo>
                    <a:pt x="779640" y="8117802"/>
                  </a:lnTo>
                  <a:lnTo>
                    <a:pt x="9144000" y="8117802"/>
                  </a:lnTo>
                  <a:lnTo>
                    <a:pt x="9144000" y="8082204"/>
                  </a:lnTo>
                  <a:lnTo>
                    <a:pt x="779640" y="8082204"/>
                  </a:lnTo>
                  <a:lnTo>
                    <a:pt x="779640" y="6594132"/>
                  </a:lnTo>
                  <a:lnTo>
                    <a:pt x="9144000" y="6594132"/>
                  </a:lnTo>
                  <a:lnTo>
                    <a:pt x="9144000" y="6558534"/>
                  </a:lnTo>
                  <a:lnTo>
                    <a:pt x="779640" y="6558534"/>
                  </a:lnTo>
                  <a:lnTo>
                    <a:pt x="779640" y="5066893"/>
                  </a:lnTo>
                  <a:lnTo>
                    <a:pt x="9144000" y="5066893"/>
                  </a:lnTo>
                  <a:lnTo>
                    <a:pt x="9144000" y="5031295"/>
                  </a:lnTo>
                  <a:lnTo>
                    <a:pt x="779640" y="5031295"/>
                  </a:lnTo>
                  <a:lnTo>
                    <a:pt x="779640" y="3539655"/>
                  </a:lnTo>
                  <a:lnTo>
                    <a:pt x="9144000" y="3539655"/>
                  </a:lnTo>
                  <a:lnTo>
                    <a:pt x="9144000" y="3504057"/>
                  </a:lnTo>
                  <a:lnTo>
                    <a:pt x="779640" y="3504057"/>
                  </a:lnTo>
                  <a:lnTo>
                    <a:pt x="779640" y="2015972"/>
                  </a:lnTo>
                  <a:lnTo>
                    <a:pt x="9144000" y="2015972"/>
                  </a:lnTo>
                  <a:lnTo>
                    <a:pt x="9144000" y="1980374"/>
                  </a:lnTo>
                  <a:lnTo>
                    <a:pt x="779640" y="1980374"/>
                  </a:lnTo>
                  <a:lnTo>
                    <a:pt x="779640" y="488734"/>
                  </a:lnTo>
                  <a:lnTo>
                    <a:pt x="9144000" y="488734"/>
                  </a:lnTo>
                  <a:lnTo>
                    <a:pt x="9144000" y="453136"/>
                  </a:lnTo>
                  <a:close/>
                </a:path>
              </a:pathLst>
            </a:custGeom>
            <a:solidFill>
              <a:srgbClr val="E1D3C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53168" y="1315640"/>
              <a:ext cx="7103124" cy="7683499"/>
            </a:xfrm>
            <a:prstGeom prst="rect">
              <a:avLst/>
            </a:prstGeom>
          </p:spPr>
        </p:pic>
      </p:grpSp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055" y="203503"/>
            <a:ext cx="1495424" cy="1495424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2123387" y="6150620"/>
            <a:ext cx="5617845" cy="1830705"/>
          </a:xfrm>
          <a:custGeom>
            <a:avLst/>
            <a:gdLst/>
            <a:ahLst/>
            <a:cxnLst/>
            <a:rect l="l" t="t" r="r" b="b"/>
            <a:pathLst>
              <a:path w="5617845" h="1830704">
                <a:moveTo>
                  <a:pt x="4875662" y="1830323"/>
                </a:moveTo>
                <a:lnTo>
                  <a:pt x="742223" y="1830323"/>
                </a:lnTo>
                <a:lnTo>
                  <a:pt x="692847" y="1826700"/>
                </a:lnTo>
                <a:lnTo>
                  <a:pt x="645720" y="1816176"/>
                </a:lnTo>
                <a:lnTo>
                  <a:pt x="601359" y="1799268"/>
                </a:lnTo>
                <a:lnTo>
                  <a:pt x="560282" y="1776492"/>
                </a:lnTo>
                <a:lnTo>
                  <a:pt x="523005" y="1748365"/>
                </a:lnTo>
                <a:lnTo>
                  <a:pt x="490044" y="1715405"/>
                </a:lnTo>
                <a:lnTo>
                  <a:pt x="461918" y="1678127"/>
                </a:lnTo>
                <a:lnTo>
                  <a:pt x="439142" y="1637050"/>
                </a:lnTo>
                <a:lnTo>
                  <a:pt x="422233" y="1592690"/>
                </a:lnTo>
                <a:lnTo>
                  <a:pt x="411709" y="1545563"/>
                </a:lnTo>
                <a:lnTo>
                  <a:pt x="408086" y="1496186"/>
                </a:lnTo>
                <a:lnTo>
                  <a:pt x="411709" y="1446810"/>
                </a:lnTo>
                <a:lnTo>
                  <a:pt x="422233" y="1399683"/>
                </a:lnTo>
                <a:lnTo>
                  <a:pt x="439142" y="1355323"/>
                </a:lnTo>
                <a:lnTo>
                  <a:pt x="461918" y="1314245"/>
                </a:lnTo>
                <a:lnTo>
                  <a:pt x="490044" y="1276968"/>
                </a:lnTo>
                <a:lnTo>
                  <a:pt x="523005" y="1244008"/>
                </a:lnTo>
                <a:lnTo>
                  <a:pt x="560282" y="1215881"/>
                </a:lnTo>
                <a:lnTo>
                  <a:pt x="601359" y="1193105"/>
                </a:lnTo>
                <a:lnTo>
                  <a:pt x="645720" y="1176196"/>
                </a:lnTo>
                <a:lnTo>
                  <a:pt x="692847" y="1165672"/>
                </a:lnTo>
                <a:lnTo>
                  <a:pt x="742223" y="1162049"/>
                </a:lnTo>
                <a:lnTo>
                  <a:pt x="855035" y="1162049"/>
                </a:lnTo>
                <a:lnTo>
                  <a:pt x="903425" y="1157262"/>
                </a:lnTo>
                <a:lnTo>
                  <a:pt x="949515" y="1143256"/>
                </a:lnTo>
                <a:lnTo>
                  <a:pt x="992008" y="1120569"/>
                </a:lnTo>
                <a:lnTo>
                  <a:pt x="1029611" y="1089738"/>
                </a:lnTo>
                <a:lnTo>
                  <a:pt x="1060443" y="1052135"/>
                </a:lnTo>
                <a:lnTo>
                  <a:pt x="1083130" y="1009641"/>
                </a:lnTo>
                <a:lnTo>
                  <a:pt x="1097135" y="963552"/>
                </a:lnTo>
                <a:lnTo>
                  <a:pt x="1101923" y="915161"/>
                </a:lnTo>
                <a:lnTo>
                  <a:pt x="1097135" y="866771"/>
                </a:lnTo>
                <a:lnTo>
                  <a:pt x="1083130" y="820681"/>
                </a:lnTo>
                <a:lnTo>
                  <a:pt x="1060443" y="778188"/>
                </a:lnTo>
                <a:lnTo>
                  <a:pt x="1029611" y="740585"/>
                </a:lnTo>
                <a:lnTo>
                  <a:pt x="992008" y="709754"/>
                </a:lnTo>
                <a:lnTo>
                  <a:pt x="949515" y="687067"/>
                </a:lnTo>
                <a:lnTo>
                  <a:pt x="903425" y="673061"/>
                </a:lnTo>
                <a:lnTo>
                  <a:pt x="855035" y="668273"/>
                </a:ln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5283600" y="0"/>
                </a:lnTo>
                <a:lnTo>
                  <a:pt x="5336186" y="4162"/>
                </a:lnTo>
                <a:lnTo>
                  <a:pt x="5387003" y="16402"/>
                </a:lnTo>
                <a:lnTo>
                  <a:pt x="5435155" y="36347"/>
                </a:lnTo>
                <a:lnTo>
                  <a:pt x="5479743" y="63625"/>
                </a:lnTo>
                <a:lnTo>
                  <a:pt x="5519871" y="97866"/>
                </a:lnTo>
                <a:lnTo>
                  <a:pt x="5554111" y="137993"/>
                </a:lnTo>
                <a:lnTo>
                  <a:pt x="5581390" y="182581"/>
                </a:lnTo>
                <a:lnTo>
                  <a:pt x="5601335" y="230733"/>
                </a:lnTo>
                <a:lnTo>
                  <a:pt x="5613574" y="281550"/>
                </a:lnTo>
                <a:lnTo>
                  <a:pt x="5617737" y="334136"/>
                </a:lnTo>
                <a:lnTo>
                  <a:pt x="5613574" y="386723"/>
                </a:lnTo>
                <a:lnTo>
                  <a:pt x="5601335" y="437540"/>
                </a:lnTo>
                <a:lnTo>
                  <a:pt x="5581390" y="485692"/>
                </a:lnTo>
                <a:lnTo>
                  <a:pt x="5554111" y="530280"/>
                </a:lnTo>
                <a:lnTo>
                  <a:pt x="5519871" y="570407"/>
                </a:lnTo>
                <a:lnTo>
                  <a:pt x="5479743" y="604648"/>
                </a:lnTo>
                <a:lnTo>
                  <a:pt x="5435155" y="631926"/>
                </a:lnTo>
                <a:lnTo>
                  <a:pt x="5387003" y="651871"/>
                </a:lnTo>
                <a:lnTo>
                  <a:pt x="5336186" y="664111"/>
                </a:lnTo>
                <a:lnTo>
                  <a:pt x="5283600" y="668273"/>
                </a:lnTo>
                <a:lnTo>
                  <a:pt x="4762851" y="668273"/>
                </a:lnTo>
                <a:lnTo>
                  <a:pt x="4713094" y="673289"/>
                </a:lnTo>
                <a:lnTo>
                  <a:pt x="4666750" y="687675"/>
                </a:lnTo>
                <a:lnTo>
                  <a:pt x="4624813" y="710438"/>
                </a:lnTo>
                <a:lnTo>
                  <a:pt x="4588274" y="740585"/>
                </a:lnTo>
                <a:lnTo>
                  <a:pt x="4558127" y="777124"/>
                </a:lnTo>
                <a:lnTo>
                  <a:pt x="4535364" y="819061"/>
                </a:lnTo>
                <a:lnTo>
                  <a:pt x="4520978" y="865405"/>
                </a:lnTo>
                <a:lnTo>
                  <a:pt x="4515962" y="915161"/>
                </a:lnTo>
                <a:lnTo>
                  <a:pt x="4520978" y="964918"/>
                </a:lnTo>
                <a:lnTo>
                  <a:pt x="4535364" y="1011261"/>
                </a:lnTo>
                <a:lnTo>
                  <a:pt x="4558127" y="1053199"/>
                </a:lnTo>
                <a:lnTo>
                  <a:pt x="4588274" y="1089738"/>
                </a:lnTo>
                <a:lnTo>
                  <a:pt x="4624813" y="1119885"/>
                </a:lnTo>
                <a:lnTo>
                  <a:pt x="4666750" y="1142648"/>
                </a:lnTo>
                <a:lnTo>
                  <a:pt x="4713094" y="1157033"/>
                </a:lnTo>
                <a:lnTo>
                  <a:pt x="4762851" y="1162049"/>
                </a:lnTo>
                <a:lnTo>
                  <a:pt x="4875662" y="1162049"/>
                </a:lnTo>
                <a:lnTo>
                  <a:pt x="4928248" y="1166212"/>
                </a:lnTo>
                <a:lnTo>
                  <a:pt x="4979066" y="1178451"/>
                </a:lnTo>
                <a:lnTo>
                  <a:pt x="5027217" y="1198397"/>
                </a:lnTo>
                <a:lnTo>
                  <a:pt x="5071805" y="1225675"/>
                </a:lnTo>
                <a:lnTo>
                  <a:pt x="5111933" y="1259916"/>
                </a:lnTo>
                <a:lnTo>
                  <a:pt x="5146173" y="1300043"/>
                </a:lnTo>
                <a:lnTo>
                  <a:pt x="5173452" y="1344631"/>
                </a:lnTo>
                <a:lnTo>
                  <a:pt x="5193397" y="1392783"/>
                </a:lnTo>
                <a:lnTo>
                  <a:pt x="5205636" y="1443600"/>
                </a:lnTo>
                <a:lnTo>
                  <a:pt x="5209799" y="1496186"/>
                </a:lnTo>
                <a:lnTo>
                  <a:pt x="5205636" y="1548772"/>
                </a:lnTo>
                <a:lnTo>
                  <a:pt x="5193397" y="1599590"/>
                </a:lnTo>
                <a:lnTo>
                  <a:pt x="5173452" y="1647741"/>
                </a:lnTo>
                <a:lnTo>
                  <a:pt x="5146173" y="1692330"/>
                </a:lnTo>
                <a:lnTo>
                  <a:pt x="5111933" y="1732457"/>
                </a:lnTo>
                <a:lnTo>
                  <a:pt x="5071805" y="1766698"/>
                </a:lnTo>
                <a:lnTo>
                  <a:pt x="5027217" y="1793976"/>
                </a:lnTo>
                <a:lnTo>
                  <a:pt x="4979066" y="1813921"/>
                </a:lnTo>
                <a:lnTo>
                  <a:pt x="4928248" y="1826161"/>
                </a:lnTo>
                <a:lnTo>
                  <a:pt x="4875662" y="18303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378911" y="6070102"/>
            <a:ext cx="5106670" cy="176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5500"/>
              </a:lnSpc>
              <a:spcBef>
                <a:spcPts val="100"/>
              </a:spcBef>
            </a:pPr>
            <a:r>
              <a:rPr dirty="0" sz="3300" spc="210">
                <a:latin typeface="Trebuchet MS"/>
                <a:cs typeface="Trebuchet MS"/>
              </a:rPr>
              <a:t>Presentation</a:t>
            </a:r>
            <a:r>
              <a:rPr dirty="0" sz="3300" spc="130">
                <a:latin typeface="Trebuchet MS"/>
                <a:cs typeface="Trebuchet MS"/>
              </a:rPr>
              <a:t> </a:t>
            </a:r>
            <a:r>
              <a:rPr dirty="0" sz="3300" spc="315">
                <a:latin typeface="Trebuchet MS"/>
                <a:cs typeface="Trebuchet MS"/>
              </a:rPr>
              <a:t>by</a:t>
            </a:r>
            <a:r>
              <a:rPr dirty="0" sz="3300" spc="135">
                <a:latin typeface="Trebuchet MS"/>
                <a:cs typeface="Trebuchet MS"/>
              </a:rPr>
              <a:t> </a:t>
            </a:r>
            <a:r>
              <a:rPr dirty="0" sz="3300" spc="260">
                <a:latin typeface="Trebuchet MS"/>
                <a:cs typeface="Trebuchet MS"/>
              </a:rPr>
              <a:t>Team:- </a:t>
            </a:r>
            <a:r>
              <a:rPr dirty="0" sz="3300" spc="254">
                <a:latin typeface="Trebuchet MS"/>
                <a:cs typeface="Trebuchet MS"/>
              </a:rPr>
              <a:t>CodeCrafters</a:t>
            </a: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3300" spc="204">
                <a:latin typeface="Trebuchet MS"/>
                <a:cs typeface="Trebuchet MS"/>
              </a:rPr>
              <a:t>Team</a:t>
            </a:r>
            <a:r>
              <a:rPr dirty="0" sz="3300" spc="114">
                <a:latin typeface="Trebuchet MS"/>
                <a:cs typeface="Trebuchet MS"/>
              </a:rPr>
              <a:t> </a:t>
            </a:r>
            <a:r>
              <a:rPr dirty="0" sz="3300" spc="400">
                <a:latin typeface="Trebuchet MS"/>
                <a:cs typeface="Trebuchet MS"/>
              </a:rPr>
              <a:t>id:-</a:t>
            </a:r>
            <a:r>
              <a:rPr dirty="0" sz="3300" spc="114">
                <a:latin typeface="Trebuchet MS"/>
                <a:cs typeface="Trebuchet MS"/>
              </a:rPr>
              <a:t> </a:t>
            </a:r>
            <a:r>
              <a:rPr dirty="0" sz="3300" spc="455">
                <a:latin typeface="Trebuchet MS"/>
                <a:cs typeface="Trebuchet MS"/>
              </a:rPr>
              <a:t>26E2099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1432053" y="1988678"/>
            <a:ext cx="7754620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1019">
                <a:latin typeface="Verdana"/>
                <a:cs typeface="Verdana"/>
              </a:rPr>
              <a:t>SYNOPSIS</a:t>
            </a:r>
            <a:endParaRPr sz="10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147" y="2917271"/>
            <a:ext cx="3333749" cy="33337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4614" y="2917270"/>
            <a:ext cx="3333749" cy="33337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82871" y="5920715"/>
            <a:ext cx="3333749" cy="33337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67543" y="5920715"/>
            <a:ext cx="3333749" cy="33337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08441" y="2920796"/>
            <a:ext cx="3333749" cy="33337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8230">
              <a:lnSpc>
                <a:spcPct val="100000"/>
              </a:lnSpc>
              <a:spcBef>
                <a:spcPts val="95"/>
              </a:spcBef>
            </a:pPr>
            <a:r>
              <a:rPr dirty="0" sz="6500" spc="850">
                <a:latin typeface="Verdana"/>
                <a:cs typeface="Verdana"/>
              </a:rPr>
              <a:t>OUR</a:t>
            </a:r>
            <a:r>
              <a:rPr dirty="0" sz="6500" spc="-465">
                <a:latin typeface="Verdana"/>
                <a:cs typeface="Verdana"/>
              </a:rPr>
              <a:t> </a:t>
            </a:r>
            <a:r>
              <a:rPr dirty="0" sz="6500" spc="1050">
                <a:latin typeface="Verdana"/>
                <a:cs typeface="Verdana"/>
              </a:rPr>
              <a:t>TEAM</a:t>
            </a:r>
            <a:endParaRPr sz="6500">
              <a:latin typeface="Verdana"/>
              <a:cs typeface="Verdan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23119" y="6440292"/>
            <a:ext cx="1879600" cy="668655"/>
          </a:xfrm>
          <a:custGeom>
            <a:avLst/>
            <a:gdLst/>
            <a:ahLst/>
            <a:cxnLst/>
            <a:rect l="l" t="t" r="r" b="b"/>
            <a:pathLst>
              <a:path w="1879600" h="668654">
                <a:moveTo>
                  <a:pt x="1545187" y="668273"/>
                </a:move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1545187" y="0"/>
                </a:lnTo>
                <a:lnTo>
                  <a:pt x="1597773" y="4162"/>
                </a:lnTo>
                <a:lnTo>
                  <a:pt x="1648590" y="16402"/>
                </a:lnTo>
                <a:lnTo>
                  <a:pt x="1696742" y="36347"/>
                </a:lnTo>
                <a:lnTo>
                  <a:pt x="1741330" y="63625"/>
                </a:lnTo>
                <a:lnTo>
                  <a:pt x="1781457" y="97866"/>
                </a:lnTo>
                <a:lnTo>
                  <a:pt x="1815698" y="137993"/>
                </a:lnTo>
                <a:lnTo>
                  <a:pt x="1842976" y="182581"/>
                </a:lnTo>
                <a:lnTo>
                  <a:pt x="1862921" y="230733"/>
                </a:lnTo>
                <a:lnTo>
                  <a:pt x="1875161" y="281550"/>
                </a:lnTo>
                <a:lnTo>
                  <a:pt x="1879324" y="334136"/>
                </a:lnTo>
                <a:lnTo>
                  <a:pt x="1875161" y="386723"/>
                </a:lnTo>
                <a:lnTo>
                  <a:pt x="1862921" y="437540"/>
                </a:lnTo>
                <a:lnTo>
                  <a:pt x="1842976" y="485692"/>
                </a:lnTo>
                <a:lnTo>
                  <a:pt x="1815698" y="530280"/>
                </a:lnTo>
                <a:lnTo>
                  <a:pt x="1781457" y="570407"/>
                </a:lnTo>
                <a:lnTo>
                  <a:pt x="1741330" y="604648"/>
                </a:lnTo>
                <a:lnTo>
                  <a:pt x="1696742" y="631926"/>
                </a:lnTo>
                <a:lnTo>
                  <a:pt x="1648590" y="651871"/>
                </a:lnTo>
                <a:lnTo>
                  <a:pt x="1597773" y="664111"/>
                </a:lnTo>
                <a:lnTo>
                  <a:pt x="1545187" y="668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78642" y="6437879"/>
            <a:ext cx="136842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155">
                <a:latin typeface="Trebuchet MS"/>
                <a:cs typeface="Trebuchet MS"/>
              </a:rPr>
              <a:t>NEETU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007863" y="6440292"/>
            <a:ext cx="2228215" cy="668655"/>
          </a:xfrm>
          <a:custGeom>
            <a:avLst/>
            <a:gdLst/>
            <a:ahLst/>
            <a:cxnLst/>
            <a:rect l="l" t="t" r="r" b="b"/>
            <a:pathLst>
              <a:path w="2228215" h="668654">
                <a:moveTo>
                  <a:pt x="1893891" y="668273"/>
                </a:move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1893891" y="0"/>
                </a:lnTo>
                <a:lnTo>
                  <a:pt x="1946477" y="4162"/>
                </a:lnTo>
                <a:lnTo>
                  <a:pt x="1997294" y="16402"/>
                </a:lnTo>
                <a:lnTo>
                  <a:pt x="2045446" y="36347"/>
                </a:lnTo>
                <a:lnTo>
                  <a:pt x="2090034" y="63625"/>
                </a:lnTo>
                <a:lnTo>
                  <a:pt x="2130161" y="97866"/>
                </a:lnTo>
                <a:lnTo>
                  <a:pt x="2164402" y="137993"/>
                </a:lnTo>
                <a:lnTo>
                  <a:pt x="2191681" y="182581"/>
                </a:lnTo>
                <a:lnTo>
                  <a:pt x="2211626" y="230733"/>
                </a:lnTo>
                <a:lnTo>
                  <a:pt x="2223865" y="281550"/>
                </a:lnTo>
                <a:lnTo>
                  <a:pt x="2228028" y="334136"/>
                </a:lnTo>
                <a:lnTo>
                  <a:pt x="2223865" y="386723"/>
                </a:lnTo>
                <a:lnTo>
                  <a:pt x="2211626" y="437540"/>
                </a:lnTo>
                <a:lnTo>
                  <a:pt x="2191681" y="485692"/>
                </a:lnTo>
                <a:lnTo>
                  <a:pt x="2164402" y="530280"/>
                </a:lnTo>
                <a:lnTo>
                  <a:pt x="2130161" y="570407"/>
                </a:lnTo>
                <a:lnTo>
                  <a:pt x="2090034" y="604648"/>
                </a:lnTo>
                <a:lnTo>
                  <a:pt x="2045446" y="631926"/>
                </a:lnTo>
                <a:lnTo>
                  <a:pt x="1997294" y="651871"/>
                </a:lnTo>
                <a:lnTo>
                  <a:pt x="1946477" y="664111"/>
                </a:lnTo>
                <a:lnTo>
                  <a:pt x="1893891" y="668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263387" y="6437879"/>
            <a:ext cx="1717039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390">
                <a:latin typeface="Trebuchet MS"/>
                <a:cs typeface="Trebuchet MS"/>
              </a:rPr>
              <a:t>ARCHIT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180808" y="6440292"/>
            <a:ext cx="2373630" cy="668655"/>
          </a:xfrm>
          <a:custGeom>
            <a:avLst/>
            <a:gdLst/>
            <a:ahLst/>
            <a:cxnLst/>
            <a:rect l="l" t="t" r="r" b="b"/>
            <a:pathLst>
              <a:path w="2373630" h="668654">
                <a:moveTo>
                  <a:pt x="2039296" y="668273"/>
                </a:move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2039296" y="0"/>
                </a:lnTo>
                <a:lnTo>
                  <a:pt x="2091882" y="4162"/>
                </a:lnTo>
                <a:lnTo>
                  <a:pt x="2142699" y="16402"/>
                </a:lnTo>
                <a:lnTo>
                  <a:pt x="2190851" y="36347"/>
                </a:lnTo>
                <a:lnTo>
                  <a:pt x="2235439" y="63625"/>
                </a:lnTo>
                <a:lnTo>
                  <a:pt x="2275566" y="97866"/>
                </a:lnTo>
                <a:lnTo>
                  <a:pt x="2309807" y="137993"/>
                </a:lnTo>
                <a:lnTo>
                  <a:pt x="2337086" y="182581"/>
                </a:lnTo>
                <a:lnTo>
                  <a:pt x="2357031" y="230733"/>
                </a:lnTo>
                <a:lnTo>
                  <a:pt x="2369270" y="281550"/>
                </a:lnTo>
                <a:lnTo>
                  <a:pt x="2373433" y="334136"/>
                </a:lnTo>
                <a:lnTo>
                  <a:pt x="2369270" y="386723"/>
                </a:lnTo>
                <a:lnTo>
                  <a:pt x="2357031" y="437540"/>
                </a:lnTo>
                <a:lnTo>
                  <a:pt x="2337086" y="485692"/>
                </a:lnTo>
                <a:lnTo>
                  <a:pt x="2309807" y="530280"/>
                </a:lnTo>
                <a:lnTo>
                  <a:pt x="2275566" y="570407"/>
                </a:lnTo>
                <a:lnTo>
                  <a:pt x="2235439" y="604648"/>
                </a:lnTo>
                <a:lnTo>
                  <a:pt x="2190851" y="631926"/>
                </a:lnTo>
                <a:lnTo>
                  <a:pt x="2142699" y="651871"/>
                </a:lnTo>
                <a:lnTo>
                  <a:pt x="2091882" y="664111"/>
                </a:lnTo>
                <a:lnTo>
                  <a:pt x="2039296" y="668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5436332" y="6437879"/>
            <a:ext cx="186245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355">
                <a:latin typeface="Trebuchet MS"/>
                <a:cs typeface="Trebuchet MS"/>
              </a:rPr>
              <a:t>MAANYA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832065" y="9472773"/>
            <a:ext cx="2808605" cy="668655"/>
          </a:xfrm>
          <a:custGeom>
            <a:avLst/>
            <a:gdLst/>
            <a:ahLst/>
            <a:cxnLst/>
            <a:rect l="l" t="t" r="r" b="b"/>
            <a:pathLst>
              <a:path w="2808604" h="668654">
                <a:moveTo>
                  <a:pt x="2474321" y="668273"/>
                </a:move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2474321" y="0"/>
                </a:lnTo>
                <a:lnTo>
                  <a:pt x="2523697" y="3622"/>
                </a:lnTo>
                <a:lnTo>
                  <a:pt x="2570824" y="14147"/>
                </a:lnTo>
                <a:lnTo>
                  <a:pt x="2615184" y="31055"/>
                </a:lnTo>
                <a:lnTo>
                  <a:pt x="2656262" y="53831"/>
                </a:lnTo>
                <a:lnTo>
                  <a:pt x="2693539" y="81958"/>
                </a:lnTo>
                <a:lnTo>
                  <a:pt x="2726499" y="114918"/>
                </a:lnTo>
                <a:lnTo>
                  <a:pt x="2754626" y="152195"/>
                </a:lnTo>
                <a:lnTo>
                  <a:pt x="2777402" y="193273"/>
                </a:lnTo>
                <a:lnTo>
                  <a:pt x="2794310" y="237633"/>
                </a:lnTo>
                <a:lnTo>
                  <a:pt x="2804835" y="284760"/>
                </a:lnTo>
                <a:lnTo>
                  <a:pt x="2808457" y="334136"/>
                </a:lnTo>
                <a:lnTo>
                  <a:pt x="2804835" y="383513"/>
                </a:lnTo>
                <a:lnTo>
                  <a:pt x="2794310" y="430640"/>
                </a:lnTo>
                <a:lnTo>
                  <a:pt x="2777402" y="475000"/>
                </a:lnTo>
                <a:lnTo>
                  <a:pt x="2754626" y="516078"/>
                </a:lnTo>
                <a:lnTo>
                  <a:pt x="2726499" y="553355"/>
                </a:lnTo>
                <a:lnTo>
                  <a:pt x="2693539" y="586315"/>
                </a:lnTo>
                <a:lnTo>
                  <a:pt x="2656262" y="614442"/>
                </a:lnTo>
                <a:lnTo>
                  <a:pt x="2615184" y="637218"/>
                </a:lnTo>
                <a:lnTo>
                  <a:pt x="2570824" y="654126"/>
                </a:lnTo>
                <a:lnTo>
                  <a:pt x="2523697" y="664651"/>
                </a:lnTo>
                <a:lnTo>
                  <a:pt x="2474321" y="668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087589" y="9470360"/>
            <a:ext cx="229743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400">
                <a:latin typeface="Trebuchet MS"/>
                <a:cs typeface="Trebuchet MS"/>
              </a:rPr>
              <a:t>VANSHIKA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2256906" y="9472773"/>
            <a:ext cx="1589405" cy="668655"/>
          </a:xfrm>
          <a:custGeom>
            <a:avLst/>
            <a:gdLst/>
            <a:ahLst/>
            <a:cxnLst/>
            <a:rect l="l" t="t" r="r" b="b"/>
            <a:pathLst>
              <a:path w="1589405" h="668654">
                <a:moveTo>
                  <a:pt x="1255121" y="668273"/>
                </a:move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1255121" y="0"/>
                </a:lnTo>
                <a:lnTo>
                  <a:pt x="1307707" y="4162"/>
                </a:lnTo>
                <a:lnTo>
                  <a:pt x="1358524" y="16402"/>
                </a:lnTo>
                <a:lnTo>
                  <a:pt x="1406676" y="36347"/>
                </a:lnTo>
                <a:lnTo>
                  <a:pt x="1451264" y="63625"/>
                </a:lnTo>
                <a:lnTo>
                  <a:pt x="1491391" y="97866"/>
                </a:lnTo>
                <a:lnTo>
                  <a:pt x="1525632" y="137993"/>
                </a:lnTo>
                <a:lnTo>
                  <a:pt x="1552910" y="182581"/>
                </a:lnTo>
                <a:lnTo>
                  <a:pt x="1572855" y="230733"/>
                </a:lnTo>
                <a:lnTo>
                  <a:pt x="1585095" y="281550"/>
                </a:lnTo>
                <a:lnTo>
                  <a:pt x="1589258" y="334136"/>
                </a:lnTo>
                <a:lnTo>
                  <a:pt x="1585095" y="386723"/>
                </a:lnTo>
                <a:lnTo>
                  <a:pt x="1572855" y="437540"/>
                </a:lnTo>
                <a:lnTo>
                  <a:pt x="1552910" y="485692"/>
                </a:lnTo>
                <a:lnTo>
                  <a:pt x="1525632" y="530280"/>
                </a:lnTo>
                <a:lnTo>
                  <a:pt x="1491391" y="570407"/>
                </a:lnTo>
                <a:lnTo>
                  <a:pt x="1451264" y="604648"/>
                </a:lnTo>
                <a:lnTo>
                  <a:pt x="1406676" y="631926"/>
                </a:lnTo>
                <a:lnTo>
                  <a:pt x="1358524" y="651871"/>
                </a:lnTo>
                <a:lnTo>
                  <a:pt x="1307707" y="664111"/>
                </a:lnTo>
                <a:lnTo>
                  <a:pt x="1255121" y="668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2512430" y="9470360"/>
            <a:ext cx="107823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200">
                <a:latin typeface="Trebuchet MS"/>
                <a:cs typeface="Trebuchet MS"/>
              </a:rPr>
              <a:t>JAYA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039200" y="0"/>
            <a:ext cx="9249410" cy="10287000"/>
            <a:chOff x="9039200" y="0"/>
            <a:chExt cx="924941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4818" y="1290092"/>
              <a:ext cx="1072163" cy="129759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072537" y="1519237"/>
              <a:ext cx="1879600" cy="0"/>
            </a:xfrm>
            <a:custGeom>
              <a:avLst/>
              <a:gdLst/>
              <a:ahLst/>
              <a:cxnLst/>
              <a:rect l="l" t="t" r="r" b="b"/>
              <a:pathLst>
                <a:path w="1879600" h="0">
                  <a:moveTo>
                    <a:pt x="0" y="0"/>
                  </a:moveTo>
                  <a:lnTo>
                    <a:pt x="1878983" y="0"/>
                  </a:lnTo>
                </a:path>
              </a:pathLst>
            </a:custGeom>
            <a:ln w="66674">
              <a:solidFill>
                <a:srgbClr val="CFB5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06" rIns="0" bIns="0" rtlCol="0" vert="horz">
            <a:spAutoFit/>
          </a:bodyPr>
          <a:lstStyle/>
          <a:p>
            <a:pPr marL="2871470">
              <a:lnSpc>
                <a:spcPct val="100000"/>
              </a:lnSpc>
              <a:spcBef>
                <a:spcPts val="100"/>
              </a:spcBef>
            </a:pPr>
            <a:r>
              <a:rPr dirty="0" sz="6000" spc="690">
                <a:latin typeface="Verdana"/>
                <a:cs typeface="Verdana"/>
              </a:rPr>
              <a:t>THE</a:t>
            </a:r>
            <a:r>
              <a:rPr dirty="0" sz="6000" spc="-420">
                <a:latin typeface="Verdana"/>
                <a:cs typeface="Verdana"/>
              </a:rPr>
              <a:t> </a:t>
            </a:r>
            <a:r>
              <a:rPr dirty="0" sz="6000" spc="445">
                <a:latin typeface="Verdana"/>
                <a:cs typeface="Verdana"/>
              </a:rPr>
              <a:t>IDEA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1926027" y="2085435"/>
            <a:ext cx="4592955" cy="571500"/>
          </a:xfrm>
          <a:custGeom>
            <a:avLst/>
            <a:gdLst/>
            <a:ahLst/>
            <a:cxnLst/>
            <a:rect l="l" t="t" r="r" b="b"/>
            <a:pathLst>
              <a:path w="4592955" h="571500">
                <a:moveTo>
                  <a:pt x="4449648" y="571321"/>
                </a:moveTo>
                <a:lnTo>
                  <a:pt x="142830" y="571321"/>
                </a:lnTo>
                <a:lnTo>
                  <a:pt x="97684" y="564040"/>
                </a:lnTo>
                <a:lnTo>
                  <a:pt x="58476" y="543763"/>
                </a:lnTo>
                <a:lnTo>
                  <a:pt x="27557" y="512845"/>
                </a:lnTo>
                <a:lnTo>
                  <a:pt x="7281" y="473636"/>
                </a:lnTo>
                <a:lnTo>
                  <a:pt x="0" y="428491"/>
                </a:lnTo>
                <a:lnTo>
                  <a:pt x="0" y="142830"/>
                </a:lnTo>
                <a:lnTo>
                  <a:pt x="7281" y="97684"/>
                </a:lnTo>
                <a:lnTo>
                  <a:pt x="27557" y="58476"/>
                </a:lnTo>
                <a:lnTo>
                  <a:pt x="58476" y="27557"/>
                </a:lnTo>
                <a:lnTo>
                  <a:pt x="97684" y="7281"/>
                </a:lnTo>
                <a:lnTo>
                  <a:pt x="142830" y="0"/>
                </a:lnTo>
                <a:lnTo>
                  <a:pt x="4449648" y="0"/>
                </a:lnTo>
                <a:lnTo>
                  <a:pt x="4494794" y="7281"/>
                </a:lnTo>
                <a:lnTo>
                  <a:pt x="4534002" y="27557"/>
                </a:lnTo>
                <a:lnTo>
                  <a:pt x="4564921" y="58476"/>
                </a:lnTo>
                <a:lnTo>
                  <a:pt x="4585197" y="97684"/>
                </a:lnTo>
                <a:lnTo>
                  <a:pt x="4592479" y="142830"/>
                </a:lnTo>
                <a:lnTo>
                  <a:pt x="4592479" y="428491"/>
                </a:lnTo>
                <a:lnTo>
                  <a:pt x="4585197" y="473636"/>
                </a:lnTo>
                <a:lnTo>
                  <a:pt x="4564921" y="512845"/>
                </a:lnTo>
                <a:lnTo>
                  <a:pt x="4534002" y="543763"/>
                </a:lnTo>
                <a:lnTo>
                  <a:pt x="4494794" y="564040"/>
                </a:lnTo>
                <a:lnTo>
                  <a:pt x="4449648" y="571321"/>
                </a:lnTo>
                <a:close/>
              </a:path>
            </a:pathLst>
          </a:custGeom>
          <a:solidFill>
            <a:srgbClr val="F5F1EB">
              <a:alpha val="40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056023" y="2130272"/>
            <a:ext cx="4332605" cy="454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135" b="1">
                <a:latin typeface="Trebuchet MS"/>
                <a:cs typeface="Trebuchet MS"/>
              </a:rPr>
              <a:t>Autonomous</a:t>
            </a:r>
            <a:r>
              <a:rPr dirty="0" sz="2800" spc="-165" b="1">
                <a:latin typeface="Trebuchet MS"/>
                <a:cs typeface="Trebuchet MS"/>
              </a:rPr>
              <a:t> </a:t>
            </a:r>
            <a:r>
              <a:rPr dirty="0" sz="2800" spc="95" b="1">
                <a:latin typeface="Trebuchet MS"/>
                <a:cs typeface="Trebuchet MS"/>
              </a:rPr>
              <a:t>Quadruped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83001" y="3635954"/>
            <a:ext cx="13649325" cy="535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16700"/>
              </a:lnSpc>
              <a:spcBef>
                <a:spcPts val="95"/>
              </a:spcBef>
            </a:pPr>
            <a:r>
              <a:rPr dirty="0" sz="3000" spc="160">
                <a:latin typeface="Trebuchet MS"/>
                <a:cs typeface="Trebuchet MS"/>
              </a:rPr>
              <a:t>The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40">
                <a:latin typeface="Trebuchet MS"/>
                <a:cs typeface="Trebuchet MS"/>
              </a:rPr>
              <a:t>idea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345">
                <a:latin typeface="Trebuchet MS"/>
                <a:cs typeface="Trebuchet MS"/>
              </a:rPr>
              <a:t>is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45">
                <a:latin typeface="Trebuchet MS"/>
                <a:cs typeface="Trebuchet MS"/>
              </a:rPr>
              <a:t>to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10">
                <a:latin typeface="Trebuchet MS"/>
                <a:cs typeface="Trebuchet MS"/>
              </a:rPr>
              <a:t>create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70">
                <a:latin typeface="Trebuchet MS"/>
                <a:cs typeface="Trebuchet MS"/>
              </a:rPr>
              <a:t>an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330">
                <a:latin typeface="Trebuchet MS"/>
                <a:cs typeface="Trebuchet MS"/>
              </a:rPr>
              <a:t>IoT-</a:t>
            </a:r>
            <a:r>
              <a:rPr dirty="0" sz="3000" spc="185">
                <a:latin typeface="Trebuchet MS"/>
                <a:cs typeface="Trebuchet MS"/>
              </a:rPr>
              <a:t>enabled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90">
                <a:latin typeface="Trebuchet MS"/>
                <a:cs typeface="Trebuchet MS"/>
              </a:rPr>
              <a:t>quadruped</a:t>
            </a:r>
            <a:r>
              <a:rPr dirty="0" sz="3000" spc="110">
                <a:latin typeface="Trebuchet MS"/>
                <a:cs typeface="Trebuchet MS"/>
              </a:rPr>
              <a:t> </a:t>
            </a:r>
            <a:r>
              <a:rPr dirty="0" sz="3000" spc="204">
                <a:latin typeface="Trebuchet MS"/>
                <a:cs typeface="Trebuchet MS"/>
              </a:rPr>
              <a:t>robotic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10">
                <a:latin typeface="Trebuchet MS"/>
                <a:cs typeface="Trebuchet MS"/>
              </a:rPr>
              <a:t>surveillance </a:t>
            </a:r>
            <a:r>
              <a:rPr dirty="0" sz="3000" spc="155">
                <a:latin typeface="Trebuchet MS"/>
                <a:cs typeface="Trebuchet MS"/>
              </a:rPr>
              <a:t>system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10">
                <a:latin typeface="Trebuchet MS"/>
                <a:cs typeface="Trebuchet MS"/>
              </a:rPr>
              <a:t>that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200">
                <a:latin typeface="Trebuchet MS"/>
                <a:cs typeface="Trebuchet MS"/>
              </a:rPr>
              <a:t>can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80">
                <a:latin typeface="Trebuchet MS"/>
                <a:cs typeface="Trebuchet MS"/>
              </a:rPr>
              <a:t>safely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40">
                <a:latin typeface="Trebuchet MS"/>
                <a:cs typeface="Trebuchet MS"/>
              </a:rPr>
              <a:t>operate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310">
                <a:latin typeface="Trebuchet MS"/>
                <a:cs typeface="Trebuchet MS"/>
              </a:rPr>
              <a:t>in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90">
                <a:latin typeface="Trebuchet MS"/>
                <a:cs typeface="Trebuchet MS"/>
              </a:rPr>
              <a:t>hazardous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00">
                <a:latin typeface="Trebuchet MS"/>
                <a:cs typeface="Trebuchet MS"/>
              </a:rPr>
              <a:t>and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210">
                <a:latin typeface="Trebuchet MS"/>
                <a:cs typeface="Trebuchet MS"/>
              </a:rPr>
              <a:t>confined </a:t>
            </a:r>
            <a:r>
              <a:rPr dirty="0" sz="3000" spc="165">
                <a:latin typeface="Trebuchet MS"/>
                <a:cs typeface="Trebuchet MS"/>
              </a:rPr>
              <a:t>environments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55">
                <a:latin typeface="Trebuchet MS"/>
                <a:cs typeface="Trebuchet MS"/>
              </a:rPr>
              <a:t>where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60">
                <a:latin typeface="Trebuchet MS"/>
                <a:cs typeface="Trebuchet MS"/>
              </a:rPr>
              <a:t>human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10">
                <a:latin typeface="Trebuchet MS"/>
                <a:cs typeface="Trebuchet MS"/>
              </a:rPr>
              <a:t>access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00">
                <a:latin typeface="Trebuchet MS"/>
                <a:cs typeface="Trebuchet MS"/>
              </a:rPr>
              <a:t>and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85">
                <a:latin typeface="Trebuchet MS"/>
                <a:cs typeface="Trebuchet MS"/>
              </a:rPr>
              <a:t>wheeled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80">
                <a:latin typeface="Trebuchet MS"/>
                <a:cs typeface="Trebuchet MS"/>
              </a:rPr>
              <a:t>robots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20">
                <a:latin typeface="Trebuchet MS"/>
                <a:cs typeface="Trebuchet MS"/>
              </a:rPr>
              <a:t>are</a:t>
            </a:r>
            <a:r>
              <a:rPr dirty="0" sz="3000" spc="110">
                <a:latin typeface="Trebuchet MS"/>
                <a:cs typeface="Trebuchet MS"/>
              </a:rPr>
              <a:t> </a:t>
            </a:r>
            <a:r>
              <a:rPr dirty="0" sz="3000" spc="125">
                <a:latin typeface="Trebuchet MS"/>
                <a:cs typeface="Trebuchet MS"/>
              </a:rPr>
              <a:t>ineffective.</a:t>
            </a:r>
            <a:endParaRPr sz="3000">
              <a:latin typeface="Trebuchet MS"/>
              <a:cs typeface="Trebuchet MS"/>
            </a:endParaRPr>
          </a:p>
          <a:p>
            <a:pPr algn="ctr" marL="30480" marR="22860">
              <a:lnSpc>
                <a:spcPts val="4200"/>
              </a:lnSpc>
              <a:spcBef>
                <a:spcPts val="100"/>
              </a:spcBef>
            </a:pPr>
            <a:r>
              <a:rPr dirty="0" sz="3000" spc="155">
                <a:latin typeface="Trebuchet MS"/>
                <a:cs typeface="Trebuchet MS"/>
              </a:rPr>
              <a:t>By</a:t>
            </a:r>
            <a:r>
              <a:rPr dirty="0" sz="3000" spc="114">
                <a:latin typeface="Trebuchet MS"/>
                <a:cs typeface="Trebuchet MS"/>
              </a:rPr>
              <a:t> </a:t>
            </a:r>
            <a:r>
              <a:rPr dirty="0" sz="3000" spc="229">
                <a:latin typeface="Trebuchet MS"/>
                <a:cs typeface="Trebuchet MS"/>
              </a:rPr>
              <a:t>leveraging</a:t>
            </a:r>
            <a:r>
              <a:rPr dirty="0" sz="3000" spc="114">
                <a:latin typeface="Trebuchet MS"/>
                <a:cs typeface="Trebuchet MS"/>
              </a:rPr>
              <a:t> </a:t>
            </a:r>
            <a:r>
              <a:rPr dirty="0" sz="3000" spc="190">
                <a:latin typeface="Trebuchet MS"/>
                <a:cs typeface="Trebuchet MS"/>
              </a:rPr>
              <a:t>quadruped</a:t>
            </a:r>
            <a:r>
              <a:rPr dirty="0" sz="3000" spc="114">
                <a:latin typeface="Trebuchet MS"/>
                <a:cs typeface="Trebuchet MS"/>
              </a:rPr>
              <a:t> </a:t>
            </a:r>
            <a:r>
              <a:rPr dirty="0" sz="3000" spc="175">
                <a:latin typeface="Trebuchet MS"/>
                <a:cs typeface="Trebuchet MS"/>
              </a:rPr>
              <a:t>mobility,</a:t>
            </a:r>
            <a:r>
              <a:rPr dirty="0" sz="3000" spc="120">
                <a:latin typeface="Trebuchet MS"/>
                <a:cs typeface="Trebuchet MS"/>
              </a:rPr>
              <a:t> </a:t>
            </a:r>
            <a:r>
              <a:rPr dirty="0" sz="3000" spc="180">
                <a:latin typeface="Trebuchet MS"/>
                <a:cs typeface="Trebuchet MS"/>
              </a:rPr>
              <a:t>advanced</a:t>
            </a:r>
            <a:r>
              <a:rPr dirty="0" sz="3000" spc="114">
                <a:latin typeface="Trebuchet MS"/>
                <a:cs typeface="Trebuchet MS"/>
              </a:rPr>
              <a:t> </a:t>
            </a:r>
            <a:r>
              <a:rPr dirty="0" sz="3000" spc="175">
                <a:latin typeface="Trebuchet MS"/>
                <a:cs typeface="Trebuchet MS"/>
              </a:rPr>
              <a:t>environmental</a:t>
            </a:r>
            <a:r>
              <a:rPr dirty="0" sz="3000" spc="114">
                <a:latin typeface="Trebuchet MS"/>
                <a:cs typeface="Trebuchet MS"/>
              </a:rPr>
              <a:t> </a:t>
            </a:r>
            <a:r>
              <a:rPr dirty="0" sz="3000" spc="135">
                <a:latin typeface="Trebuchet MS"/>
                <a:cs typeface="Trebuchet MS"/>
              </a:rPr>
              <a:t>sensors, </a:t>
            </a:r>
            <a:r>
              <a:rPr dirty="0" sz="3000" spc="200">
                <a:latin typeface="Trebuchet MS"/>
                <a:cs typeface="Trebuchet MS"/>
              </a:rPr>
              <a:t>and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55">
                <a:latin typeface="Trebuchet MS"/>
                <a:cs typeface="Trebuchet MS"/>
              </a:rPr>
              <a:t>secure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320">
                <a:latin typeface="Trebuchet MS"/>
                <a:cs typeface="Trebuchet MS"/>
              </a:rPr>
              <a:t>real-</a:t>
            </a:r>
            <a:r>
              <a:rPr dirty="0" sz="3000" spc="215">
                <a:latin typeface="Trebuchet MS"/>
                <a:cs typeface="Trebuchet MS"/>
              </a:rPr>
              <a:t>time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60">
                <a:latin typeface="Trebuchet MS"/>
                <a:cs typeface="Trebuchet MS"/>
              </a:rPr>
              <a:t>data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60">
                <a:latin typeface="Trebuchet MS"/>
                <a:cs typeface="Trebuchet MS"/>
              </a:rPr>
              <a:t>streaming,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30">
                <a:latin typeface="Trebuchet MS"/>
                <a:cs typeface="Trebuchet MS"/>
              </a:rPr>
              <a:t>the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65">
                <a:latin typeface="Trebuchet MS"/>
                <a:cs typeface="Trebuchet MS"/>
              </a:rPr>
              <a:t>robot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80">
                <a:latin typeface="Trebuchet MS"/>
                <a:cs typeface="Trebuchet MS"/>
              </a:rPr>
              <a:t>autonomously </a:t>
            </a:r>
            <a:r>
              <a:rPr dirty="0" sz="3000" spc="170">
                <a:latin typeface="Trebuchet MS"/>
                <a:cs typeface="Trebuchet MS"/>
              </a:rPr>
              <a:t>navigates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200">
                <a:latin typeface="Trebuchet MS"/>
                <a:cs typeface="Trebuchet MS"/>
              </a:rPr>
              <a:t>rough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75">
                <a:latin typeface="Trebuchet MS"/>
                <a:cs typeface="Trebuchet MS"/>
              </a:rPr>
              <a:t>terrain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80">
                <a:latin typeface="Trebuchet MS"/>
                <a:cs typeface="Trebuchet MS"/>
              </a:rPr>
              <a:t>while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25">
                <a:latin typeface="Trebuchet MS"/>
                <a:cs typeface="Trebuchet MS"/>
              </a:rPr>
              <a:t>capturing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80">
                <a:latin typeface="Trebuchet MS"/>
                <a:cs typeface="Trebuchet MS"/>
              </a:rPr>
              <a:t>visual,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25">
                <a:latin typeface="Trebuchet MS"/>
                <a:cs typeface="Trebuchet MS"/>
              </a:rPr>
              <a:t>thermal,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75">
                <a:latin typeface="Trebuchet MS"/>
                <a:cs typeface="Trebuchet MS"/>
              </a:rPr>
              <a:t>and </a:t>
            </a:r>
            <a:r>
              <a:rPr dirty="0" sz="3000" spc="250">
                <a:latin typeface="Trebuchet MS"/>
                <a:cs typeface="Trebuchet MS"/>
              </a:rPr>
              <a:t>positional</a:t>
            </a:r>
            <a:r>
              <a:rPr dirty="0" sz="3000" spc="105">
                <a:latin typeface="Trebuchet MS"/>
                <a:cs typeface="Trebuchet MS"/>
              </a:rPr>
              <a:t> data. </a:t>
            </a:r>
            <a:r>
              <a:rPr dirty="0" sz="3000" spc="380">
                <a:latin typeface="Trebuchet MS"/>
                <a:cs typeface="Trebuchet MS"/>
              </a:rPr>
              <a:t>All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70">
                <a:latin typeface="Trebuchet MS"/>
                <a:cs typeface="Trebuchet MS"/>
              </a:rPr>
              <a:t>mission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60">
                <a:latin typeface="Trebuchet MS"/>
                <a:cs typeface="Trebuchet MS"/>
              </a:rPr>
              <a:t>data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345">
                <a:latin typeface="Trebuchet MS"/>
                <a:cs typeface="Trebuchet MS"/>
              </a:rPr>
              <a:t>is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55">
                <a:latin typeface="Trebuchet MS"/>
                <a:cs typeface="Trebuchet MS"/>
              </a:rPr>
              <a:t>stored</a:t>
            </a:r>
            <a:r>
              <a:rPr dirty="0" sz="3000" spc="110">
                <a:latin typeface="Trebuchet MS"/>
                <a:cs typeface="Trebuchet MS"/>
              </a:rPr>
              <a:t> </a:t>
            </a:r>
            <a:r>
              <a:rPr dirty="0" sz="3000" spc="165">
                <a:latin typeface="Trebuchet MS"/>
                <a:cs typeface="Trebuchet MS"/>
              </a:rPr>
              <a:t>securely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00">
                <a:latin typeface="Trebuchet MS"/>
                <a:cs typeface="Trebuchet MS"/>
              </a:rPr>
              <a:t>and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60">
                <a:latin typeface="Trebuchet MS"/>
                <a:cs typeface="Trebuchet MS"/>
              </a:rPr>
              <a:t>made </a:t>
            </a:r>
            <a:r>
              <a:rPr dirty="0" sz="3000" spc="235">
                <a:latin typeface="Trebuchet MS"/>
                <a:cs typeface="Trebuchet MS"/>
              </a:rPr>
              <a:t>accessible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80">
                <a:latin typeface="Trebuchet MS"/>
                <a:cs typeface="Trebuchet MS"/>
              </a:rPr>
              <a:t>through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85">
                <a:latin typeface="Trebuchet MS"/>
                <a:cs typeface="Trebuchet MS"/>
              </a:rPr>
              <a:t>a</a:t>
            </a:r>
            <a:r>
              <a:rPr dirty="0" sz="3000" spc="110">
                <a:latin typeface="Trebuchet MS"/>
                <a:cs typeface="Trebuchet MS"/>
              </a:rPr>
              <a:t> </a:t>
            </a:r>
            <a:r>
              <a:rPr dirty="0" sz="3000" spc="370">
                <a:latin typeface="Trebuchet MS"/>
                <a:cs typeface="Trebuchet MS"/>
              </a:rPr>
              <a:t>web-</a:t>
            </a:r>
            <a:r>
              <a:rPr dirty="0" sz="3000" spc="215">
                <a:latin typeface="Trebuchet MS"/>
                <a:cs typeface="Trebuchet MS"/>
              </a:rPr>
              <a:t>based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55">
                <a:latin typeface="Trebuchet MS"/>
                <a:cs typeface="Trebuchet MS"/>
              </a:rPr>
              <a:t>dashboard,</a:t>
            </a:r>
            <a:r>
              <a:rPr dirty="0" sz="3000" spc="110">
                <a:latin typeface="Trebuchet MS"/>
                <a:cs typeface="Trebuchet MS"/>
              </a:rPr>
              <a:t> </a:t>
            </a:r>
            <a:r>
              <a:rPr dirty="0" sz="3000" spc="254">
                <a:latin typeface="Trebuchet MS"/>
                <a:cs typeface="Trebuchet MS"/>
              </a:rPr>
              <a:t>enabling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10">
                <a:latin typeface="Trebuchet MS"/>
                <a:cs typeface="Trebuchet MS"/>
              </a:rPr>
              <a:t>remote </a:t>
            </a:r>
            <a:r>
              <a:rPr dirty="0" sz="3000" spc="140">
                <a:latin typeface="Trebuchet MS"/>
                <a:cs typeface="Trebuchet MS"/>
              </a:rPr>
              <a:t>research </a:t>
            </a:r>
            <a:r>
              <a:rPr dirty="0" sz="3000" spc="155">
                <a:latin typeface="Trebuchet MS"/>
                <a:cs typeface="Trebuchet MS"/>
              </a:rPr>
              <a:t>teams</a:t>
            </a:r>
            <a:r>
              <a:rPr dirty="0" sz="3000" spc="100">
                <a:latin typeface="Trebuchet MS"/>
                <a:cs typeface="Trebuchet MS"/>
              </a:rPr>
              <a:t> </a:t>
            </a:r>
            <a:r>
              <a:rPr dirty="0" sz="3000" spc="145">
                <a:latin typeface="Trebuchet MS"/>
                <a:cs typeface="Trebuchet MS"/>
              </a:rPr>
              <a:t>to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95">
                <a:latin typeface="Trebuchet MS"/>
                <a:cs typeface="Trebuchet MS"/>
              </a:rPr>
              <a:t>monitor,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30">
                <a:latin typeface="Trebuchet MS"/>
                <a:cs typeface="Trebuchet MS"/>
              </a:rPr>
              <a:t>analyze,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00">
                <a:latin typeface="Trebuchet MS"/>
                <a:cs typeface="Trebuchet MS"/>
              </a:rPr>
              <a:t>and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90">
                <a:latin typeface="Trebuchet MS"/>
                <a:cs typeface="Trebuchet MS"/>
              </a:rPr>
              <a:t>respond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45">
                <a:latin typeface="Trebuchet MS"/>
                <a:cs typeface="Trebuchet MS"/>
              </a:rPr>
              <a:t>to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54">
                <a:latin typeface="Trebuchet MS"/>
                <a:cs typeface="Trebuchet MS"/>
              </a:rPr>
              <a:t>critical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200">
                <a:latin typeface="Trebuchet MS"/>
                <a:cs typeface="Trebuchet MS"/>
              </a:rPr>
              <a:t>situations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80">
                <a:latin typeface="Trebuchet MS"/>
                <a:cs typeface="Trebuchet MS"/>
              </a:rPr>
              <a:t>without </a:t>
            </a:r>
            <a:r>
              <a:rPr dirty="0" sz="3000" spc="250">
                <a:latin typeface="Trebuchet MS"/>
                <a:cs typeface="Trebuchet MS"/>
              </a:rPr>
              <a:t>physical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55">
                <a:latin typeface="Trebuchet MS"/>
                <a:cs typeface="Trebuchet MS"/>
              </a:rPr>
              <a:t>exposure</a:t>
            </a:r>
            <a:r>
              <a:rPr dirty="0" sz="3000" spc="110">
                <a:latin typeface="Trebuchet MS"/>
                <a:cs typeface="Trebuchet MS"/>
              </a:rPr>
              <a:t> </a:t>
            </a:r>
            <a:r>
              <a:rPr dirty="0" sz="3000" spc="145">
                <a:latin typeface="Trebuchet MS"/>
                <a:cs typeface="Trebuchet MS"/>
              </a:rPr>
              <a:t>to</a:t>
            </a:r>
            <a:r>
              <a:rPr dirty="0" sz="3000" spc="105">
                <a:latin typeface="Trebuchet MS"/>
                <a:cs typeface="Trebuchet MS"/>
              </a:rPr>
              <a:t> </a:t>
            </a:r>
            <a:r>
              <a:rPr dirty="0" sz="3000" spc="110">
                <a:latin typeface="Trebuchet MS"/>
                <a:cs typeface="Trebuchet MS"/>
              </a:rPr>
              <a:t>danger.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06" rIns="0" bIns="0" rtlCol="0" vert="horz">
            <a:spAutoFit/>
          </a:bodyPr>
          <a:lstStyle/>
          <a:p>
            <a:pPr marL="1925320">
              <a:lnSpc>
                <a:spcPct val="100000"/>
              </a:lnSpc>
              <a:spcBef>
                <a:spcPts val="100"/>
              </a:spcBef>
            </a:pPr>
            <a:r>
              <a:rPr dirty="0" sz="6000" spc="690">
                <a:latin typeface="Verdana"/>
                <a:cs typeface="Verdana"/>
              </a:rPr>
              <a:t>THE</a:t>
            </a:r>
            <a:r>
              <a:rPr dirty="0" sz="6000" spc="-420">
                <a:latin typeface="Verdana"/>
                <a:cs typeface="Verdana"/>
              </a:rPr>
              <a:t> </a:t>
            </a:r>
            <a:r>
              <a:rPr dirty="0" sz="6000" spc="605">
                <a:latin typeface="Verdana"/>
                <a:cs typeface="Verdana"/>
              </a:rPr>
              <a:t>BENEFIT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199"/>
              </a:lnSpc>
              <a:spcBef>
                <a:spcPts val="100"/>
              </a:spcBef>
            </a:pPr>
            <a:r>
              <a:rPr dirty="0" spc="165"/>
              <a:t>The</a:t>
            </a:r>
            <a:r>
              <a:rPr dirty="0" spc="110"/>
              <a:t> </a:t>
            </a:r>
            <a:r>
              <a:rPr dirty="0" spc="155"/>
              <a:t>system</a:t>
            </a:r>
            <a:r>
              <a:rPr dirty="0" spc="110"/>
              <a:t> </a:t>
            </a:r>
            <a:r>
              <a:rPr dirty="0" spc="175"/>
              <a:t>enhances</a:t>
            </a:r>
            <a:r>
              <a:rPr dirty="0" spc="110"/>
              <a:t> </a:t>
            </a:r>
            <a:r>
              <a:rPr dirty="0" spc="180"/>
              <a:t>autonomous</a:t>
            </a:r>
            <a:r>
              <a:rPr dirty="0" spc="110"/>
              <a:t> </a:t>
            </a:r>
            <a:r>
              <a:rPr dirty="0" spc="225"/>
              <a:t>surveillance</a:t>
            </a:r>
            <a:r>
              <a:rPr dirty="0" spc="110"/>
              <a:t> </a:t>
            </a:r>
            <a:r>
              <a:rPr dirty="0" spc="150"/>
              <a:t>research</a:t>
            </a:r>
            <a:r>
              <a:rPr dirty="0" spc="110"/>
              <a:t> </a:t>
            </a:r>
            <a:r>
              <a:rPr dirty="0" spc="215"/>
              <a:t>by</a:t>
            </a:r>
            <a:r>
              <a:rPr dirty="0" spc="110"/>
              <a:t> </a:t>
            </a:r>
            <a:r>
              <a:rPr dirty="0" spc="275"/>
              <a:t>combining </a:t>
            </a:r>
            <a:r>
              <a:rPr dirty="0" spc="195"/>
              <a:t>quadruped</a:t>
            </a:r>
            <a:r>
              <a:rPr dirty="0" spc="114"/>
              <a:t> </a:t>
            </a:r>
            <a:r>
              <a:rPr dirty="0" spc="275"/>
              <a:t>mobility</a:t>
            </a:r>
            <a:r>
              <a:rPr dirty="0" spc="114"/>
              <a:t> </a:t>
            </a:r>
            <a:r>
              <a:rPr dirty="0" spc="220"/>
              <a:t>with</a:t>
            </a:r>
            <a:r>
              <a:rPr dirty="0" spc="120"/>
              <a:t> </a:t>
            </a:r>
            <a:r>
              <a:rPr dirty="0" spc="155"/>
              <a:t>networked</a:t>
            </a:r>
            <a:r>
              <a:rPr dirty="0" spc="114"/>
              <a:t> </a:t>
            </a:r>
            <a:r>
              <a:rPr dirty="0" spc="185"/>
              <a:t>environmental</a:t>
            </a:r>
            <a:r>
              <a:rPr dirty="0" spc="120"/>
              <a:t> </a:t>
            </a:r>
            <a:r>
              <a:rPr dirty="0" spc="270"/>
              <a:t>sensing</a:t>
            </a:r>
            <a:r>
              <a:rPr dirty="0" spc="114"/>
              <a:t> </a:t>
            </a:r>
            <a:r>
              <a:rPr dirty="0" spc="140"/>
              <a:t>for </a:t>
            </a:r>
            <a:r>
              <a:rPr dirty="0" spc="190"/>
              <a:t>operation</a:t>
            </a:r>
            <a:r>
              <a:rPr dirty="0" spc="110"/>
              <a:t> </a:t>
            </a:r>
            <a:r>
              <a:rPr dirty="0" spc="330"/>
              <a:t>in</a:t>
            </a:r>
            <a:r>
              <a:rPr dirty="0" spc="114"/>
              <a:t> </a:t>
            </a:r>
            <a:r>
              <a:rPr dirty="0" spc="195"/>
              <a:t>hazardous</a:t>
            </a:r>
            <a:r>
              <a:rPr dirty="0" spc="114"/>
              <a:t> </a:t>
            </a:r>
            <a:r>
              <a:rPr dirty="0" spc="215"/>
              <a:t>and</a:t>
            </a:r>
            <a:r>
              <a:rPr dirty="0" spc="114"/>
              <a:t> </a:t>
            </a:r>
            <a:r>
              <a:rPr dirty="0" spc="229"/>
              <a:t>confined</a:t>
            </a:r>
            <a:r>
              <a:rPr dirty="0" spc="114"/>
              <a:t> </a:t>
            </a:r>
            <a:r>
              <a:rPr dirty="0" spc="160"/>
              <a:t>spaces.</a:t>
            </a:r>
            <a:r>
              <a:rPr dirty="0" spc="114"/>
              <a:t> </a:t>
            </a:r>
            <a:r>
              <a:rPr dirty="0" spc="340"/>
              <a:t>Its</a:t>
            </a:r>
            <a:r>
              <a:rPr dirty="0" spc="114"/>
              <a:t> </a:t>
            </a:r>
            <a:r>
              <a:rPr dirty="0" spc="175"/>
              <a:t>adaptive</a:t>
            </a:r>
            <a:r>
              <a:rPr dirty="0" spc="114"/>
              <a:t> </a:t>
            </a:r>
            <a:r>
              <a:rPr dirty="0" spc="225"/>
              <a:t>locomotion </a:t>
            </a:r>
            <a:r>
              <a:rPr dirty="0" spc="215"/>
              <a:t>and</a:t>
            </a:r>
            <a:r>
              <a:rPr dirty="0" spc="114"/>
              <a:t> </a:t>
            </a:r>
            <a:r>
              <a:rPr dirty="0" spc="340"/>
              <a:t>multi-</a:t>
            </a:r>
            <a:r>
              <a:rPr dirty="0" spc="195"/>
              <a:t>sensor</a:t>
            </a:r>
            <a:r>
              <a:rPr dirty="0" spc="114"/>
              <a:t> </a:t>
            </a:r>
            <a:r>
              <a:rPr dirty="0" spc="185"/>
              <a:t>perception</a:t>
            </a:r>
            <a:r>
              <a:rPr dirty="0" spc="114"/>
              <a:t> </a:t>
            </a:r>
            <a:r>
              <a:rPr dirty="0" spc="200"/>
              <a:t>improve</a:t>
            </a:r>
            <a:r>
              <a:rPr dirty="0" spc="120"/>
              <a:t> </a:t>
            </a:r>
            <a:r>
              <a:rPr dirty="0" spc="204"/>
              <a:t>navigation</a:t>
            </a:r>
            <a:r>
              <a:rPr dirty="0" spc="114"/>
              <a:t> </a:t>
            </a:r>
            <a:r>
              <a:rPr dirty="0" spc="215"/>
              <a:t>and</a:t>
            </a:r>
            <a:r>
              <a:rPr dirty="0" spc="114"/>
              <a:t> </a:t>
            </a:r>
            <a:r>
              <a:rPr dirty="0" spc="210"/>
              <a:t>anomaly </a:t>
            </a:r>
            <a:r>
              <a:rPr dirty="0" spc="165"/>
              <a:t>detection</a:t>
            </a:r>
            <a:r>
              <a:rPr dirty="0" spc="114"/>
              <a:t> </a:t>
            </a:r>
            <a:r>
              <a:rPr dirty="0" spc="330"/>
              <a:t>in</a:t>
            </a:r>
            <a:r>
              <a:rPr dirty="0" spc="114"/>
              <a:t> </a:t>
            </a:r>
            <a:r>
              <a:rPr dirty="0" spc="195"/>
              <a:t>complex</a:t>
            </a:r>
            <a:r>
              <a:rPr dirty="0" spc="114"/>
              <a:t> </a:t>
            </a:r>
            <a:r>
              <a:rPr dirty="0" spc="145"/>
              <a:t>terrains.</a:t>
            </a:r>
            <a:r>
              <a:rPr dirty="0" spc="114"/>
              <a:t> </a:t>
            </a:r>
            <a:r>
              <a:rPr dirty="0" spc="120"/>
              <a:t>Secure, </a:t>
            </a:r>
            <a:r>
              <a:rPr dirty="0" spc="220"/>
              <a:t>centralized</a:t>
            </a:r>
            <a:r>
              <a:rPr dirty="0" spc="114"/>
              <a:t> </a:t>
            </a:r>
            <a:r>
              <a:rPr dirty="0" spc="165"/>
              <a:t>data</a:t>
            </a:r>
            <a:r>
              <a:rPr dirty="0" spc="114"/>
              <a:t> </a:t>
            </a:r>
            <a:r>
              <a:rPr dirty="0" spc="155"/>
              <a:t>management </a:t>
            </a:r>
            <a:r>
              <a:rPr dirty="0" spc="185"/>
              <a:t>enables</a:t>
            </a:r>
            <a:r>
              <a:rPr dirty="0" spc="114"/>
              <a:t> </a:t>
            </a:r>
            <a:r>
              <a:rPr dirty="0" spc="180"/>
              <a:t>systematic</a:t>
            </a:r>
            <a:r>
              <a:rPr dirty="0" spc="114"/>
              <a:t> </a:t>
            </a:r>
            <a:r>
              <a:rPr dirty="0" spc="250"/>
              <a:t>analysis</a:t>
            </a:r>
            <a:r>
              <a:rPr dirty="0" spc="114"/>
              <a:t> </a:t>
            </a:r>
            <a:r>
              <a:rPr dirty="0" spc="215"/>
              <a:t>and</a:t>
            </a:r>
            <a:r>
              <a:rPr dirty="0" spc="114"/>
              <a:t> </a:t>
            </a:r>
            <a:r>
              <a:rPr dirty="0" spc="235"/>
              <a:t>collaboration</a:t>
            </a:r>
            <a:r>
              <a:rPr dirty="0" spc="114"/>
              <a:t> </a:t>
            </a:r>
            <a:r>
              <a:rPr dirty="0" spc="290"/>
              <a:t>while</a:t>
            </a:r>
            <a:r>
              <a:rPr dirty="0" spc="114"/>
              <a:t> </a:t>
            </a:r>
            <a:r>
              <a:rPr dirty="0" spc="225"/>
              <a:t>reducing</a:t>
            </a:r>
            <a:r>
              <a:rPr dirty="0" spc="114"/>
              <a:t> </a:t>
            </a:r>
            <a:r>
              <a:rPr dirty="0" spc="155"/>
              <a:t>human </a:t>
            </a:r>
            <a:r>
              <a:rPr dirty="0" spc="110"/>
              <a:t>exposure.</a:t>
            </a:r>
            <a:r>
              <a:rPr dirty="0" spc="105"/>
              <a:t> </a:t>
            </a:r>
            <a:r>
              <a:rPr dirty="0" spc="175"/>
              <a:t>Overall,</a:t>
            </a:r>
            <a:r>
              <a:rPr dirty="0" spc="110"/>
              <a:t> </a:t>
            </a:r>
            <a:r>
              <a:rPr dirty="0" spc="125"/>
              <a:t>the</a:t>
            </a:r>
            <a:r>
              <a:rPr dirty="0" spc="105"/>
              <a:t> </a:t>
            </a:r>
            <a:r>
              <a:rPr dirty="0" spc="185"/>
              <a:t>platform</a:t>
            </a:r>
            <a:r>
              <a:rPr dirty="0" spc="110"/>
              <a:t> </a:t>
            </a:r>
            <a:r>
              <a:rPr dirty="0" spc="204"/>
              <a:t>provides</a:t>
            </a:r>
            <a:r>
              <a:rPr dirty="0" spc="110"/>
              <a:t> </a:t>
            </a:r>
            <a:r>
              <a:rPr dirty="0" spc="200"/>
              <a:t>a</a:t>
            </a:r>
            <a:r>
              <a:rPr dirty="0" spc="105"/>
              <a:t> </a:t>
            </a:r>
            <a:r>
              <a:rPr dirty="0" spc="250"/>
              <a:t>scalable</a:t>
            </a:r>
            <a:r>
              <a:rPr dirty="0" spc="110"/>
              <a:t> </a:t>
            </a:r>
            <a:r>
              <a:rPr dirty="0" spc="215"/>
              <a:t>and</a:t>
            </a:r>
            <a:r>
              <a:rPr dirty="0" spc="105"/>
              <a:t> </a:t>
            </a:r>
            <a:r>
              <a:rPr dirty="0" spc="220"/>
              <a:t>research- </a:t>
            </a:r>
            <a:r>
              <a:rPr dirty="0" spc="175"/>
              <a:t>oriented</a:t>
            </a:r>
            <a:r>
              <a:rPr dirty="0" spc="114"/>
              <a:t> </a:t>
            </a:r>
            <a:r>
              <a:rPr dirty="0" spc="190"/>
              <a:t>foundation</a:t>
            </a:r>
            <a:r>
              <a:rPr dirty="0" spc="114"/>
              <a:t> </a:t>
            </a:r>
            <a:r>
              <a:rPr dirty="0" spc="165"/>
              <a:t>for</a:t>
            </a:r>
            <a:r>
              <a:rPr dirty="0" spc="114"/>
              <a:t> </a:t>
            </a:r>
            <a:r>
              <a:rPr dirty="0" spc="235"/>
              <a:t>intelligent</a:t>
            </a:r>
            <a:r>
              <a:rPr dirty="0" spc="114"/>
              <a:t> </a:t>
            </a:r>
            <a:r>
              <a:rPr dirty="0" spc="215"/>
              <a:t>robotic</a:t>
            </a:r>
            <a:r>
              <a:rPr dirty="0" spc="114"/>
              <a:t> </a:t>
            </a:r>
            <a:r>
              <a:rPr dirty="0" spc="235"/>
              <a:t>monitoring</a:t>
            </a:r>
            <a:r>
              <a:rPr dirty="0" spc="114"/>
              <a:t>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06" rIns="0" bIns="0" rtlCol="0" vert="horz">
            <a:spAutoFit/>
          </a:bodyPr>
          <a:lstStyle/>
          <a:p>
            <a:pPr marL="1445260">
              <a:lnSpc>
                <a:spcPct val="100000"/>
              </a:lnSpc>
              <a:spcBef>
                <a:spcPts val="100"/>
              </a:spcBef>
            </a:pPr>
            <a:r>
              <a:rPr dirty="0" sz="6000" spc="1100">
                <a:latin typeface="Verdana"/>
                <a:cs typeface="Verdana"/>
              </a:rPr>
              <a:t>KEY</a:t>
            </a:r>
            <a:r>
              <a:rPr dirty="0" sz="6000" spc="-420">
                <a:latin typeface="Verdana"/>
                <a:cs typeface="Verdana"/>
              </a:rPr>
              <a:t> </a:t>
            </a:r>
            <a:r>
              <a:rPr dirty="0" sz="6000" spc="715">
                <a:latin typeface="Verdana"/>
                <a:cs typeface="Verdana"/>
              </a:rPr>
              <a:t>FEATURES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19962" y="3086131"/>
            <a:ext cx="6664959" cy="1249680"/>
          </a:xfrm>
          <a:custGeom>
            <a:avLst/>
            <a:gdLst/>
            <a:ahLst/>
            <a:cxnLst/>
            <a:rect l="l" t="t" r="r" b="b"/>
            <a:pathLst>
              <a:path w="6664959" h="1249679">
                <a:moveTo>
                  <a:pt x="4485155" y="1249298"/>
                </a:moveTo>
                <a:lnTo>
                  <a:pt x="2179290" y="1249298"/>
                </a:lnTo>
                <a:lnTo>
                  <a:pt x="2133569" y="1245679"/>
                </a:lnTo>
                <a:lnTo>
                  <a:pt x="2089386" y="1235038"/>
                </a:lnTo>
                <a:lnTo>
                  <a:pt x="2047521" y="1217697"/>
                </a:lnTo>
                <a:lnTo>
                  <a:pt x="2008755" y="1193979"/>
                </a:lnTo>
                <a:lnTo>
                  <a:pt x="1973866" y="1164209"/>
                </a:lnTo>
                <a:lnTo>
                  <a:pt x="1944096" y="1129321"/>
                </a:lnTo>
                <a:lnTo>
                  <a:pt x="1920379" y="1090554"/>
                </a:lnTo>
                <a:lnTo>
                  <a:pt x="1903038" y="1048689"/>
                </a:lnTo>
                <a:lnTo>
                  <a:pt x="1892396" y="1004506"/>
                </a:lnTo>
                <a:lnTo>
                  <a:pt x="1888777" y="958786"/>
                </a:lnTo>
                <a:lnTo>
                  <a:pt x="1885158" y="913065"/>
                </a:lnTo>
                <a:lnTo>
                  <a:pt x="1874516" y="868883"/>
                </a:lnTo>
                <a:lnTo>
                  <a:pt x="1857175" y="827018"/>
                </a:lnTo>
                <a:lnTo>
                  <a:pt x="1833458" y="788251"/>
                </a:lnTo>
                <a:lnTo>
                  <a:pt x="1803688" y="753363"/>
                </a:lnTo>
                <a:lnTo>
                  <a:pt x="1768800" y="723592"/>
                </a:lnTo>
                <a:lnTo>
                  <a:pt x="1730033" y="699875"/>
                </a:lnTo>
                <a:lnTo>
                  <a:pt x="1688168" y="682534"/>
                </a:lnTo>
                <a:lnTo>
                  <a:pt x="1643985" y="671892"/>
                </a:lnTo>
                <a:lnTo>
                  <a:pt x="1598265" y="668273"/>
                </a:ln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6330457" y="0"/>
                </a:lnTo>
                <a:lnTo>
                  <a:pt x="6383043" y="4162"/>
                </a:lnTo>
                <a:lnTo>
                  <a:pt x="6433860" y="16402"/>
                </a:lnTo>
                <a:lnTo>
                  <a:pt x="6482012" y="36347"/>
                </a:lnTo>
                <a:lnTo>
                  <a:pt x="6526600" y="63625"/>
                </a:lnTo>
                <a:lnTo>
                  <a:pt x="6566727" y="97866"/>
                </a:lnTo>
                <a:lnTo>
                  <a:pt x="6600968" y="137993"/>
                </a:lnTo>
                <a:lnTo>
                  <a:pt x="6628247" y="182581"/>
                </a:lnTo>
                <a:lnTo>
                  <a:pt x="6648192" y="230733"/>
                </a:lnTo>
                <a:lnTo>
                  <a:pt x="6660431" y="281550"/>
                </a:lnTo>
                <a:lnTo>
                  <a:pt x="6664594" y="334136"/>
                </a:lnTo>
                <a:lnTo>
                  <a:pt x="6660431" y="386723"/>
                </a:lnTo>
                <a:lnTo>
                  <a:pt x="6648192" y="437540"/>
                </a:lnTo>
                <a:lnTo>
                  <a:pt x="6628247" y="485692"/>
                </a:lnTo>
                <a:lnTo>
                  <a:pt x="6600968" y="530280"/>
                </a:lnTo>
                <a:lnTo>
                  <a:pt x="6566727" y="570407"/>
                </a:lnTo>
                <a:lnTo>
                  <a:pt x="6526600" y="604648"/>
                </a:lnTo>
                <a:lnTo>
                  <a:pt x="6482012" y="631926"/>
                </a:lnTo>
                <a:lnTo>
                  <a:pt x="6433860" y="651871"/>
                </a:lnTo>
                <a:lnTo>
                  <a:pt x="6383043" y="664111"/>
                </a:lnTo>
                <a:lnTo>
                  <a:pt x="6330457" y="668273"/>
                </a:lnTo>
                <a:lnTo>
                  <a:pt x="5066180" y="668273"/>
                </a:lnTo>
                <a:lnTo>
                  <a:pt x="5019057" y="672076"/>
                </a:lnTo>
                <a:lnTo>
                  <a:pt x="4974355" y="683084"/>
                </a:lnTo>
                <a:lnTo>
                  <a:pt x="4932673" y="700700"/>
                </a:lnTo>
                <a:lnTo>
                  <a:pt x="4894607" y="724325"/>
                </a:lnTo>
                <a:lnTo>
                  <a:pt x="4860757" y="753363"/>
                </a:lnTo>
                <a:lnTo>
                  <a:pt x="4831719" y="787213"/>
                </a:lnTo>
                <a:lnTo>
                  <a:pt x="4808094" y="825279"/>
                </a:lnTo>
                <a:lnTo>
                  <a:pt x="4790478" y="866961"/>
                </a:lnTo>
                <a:lnTo>
                  <a:pt x="4779470" y="911663"/>
                </a:lnTo>
                <a:lnTo>
                  <a:pt x="4772048" y="1004506"/>
                </a:lnTo>
                <a:lnTo>
                  <a:pt x="4761407" y="1048689"/>
                </a:lnTo>
                <a:lnTo>
                  <a:pt x="4744066" y="1090554"/>
                </a:lnTo>
                <a:lnTo>
                  <a:pt x="4720349" y="1129321"/>
                </a:lnTo>
                <a:lnTo>
                  <a:pt x="4690578" y="1164209"/>
                </a:lnTo>
                <a:lnTo>
                  <a:pt x="4655690" y="1193979"/>
                </a:lnTo>
                <a:lnTo>
                  <a:pt x="4616923" y="1217697"/>
                </a:lnTo>
                <a:lnTo>
                  <a:pt x="4575058" y="1235038"/>
                </a:lnTo>
                <a:lnTo>
                  <a:pt x="4530875" y="1245679"/>
                </a:lnTo>
                <a:lnTo>
                  <a:pt x="4485155" y="1249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275486" y="3005613"/>
            <a:ext cx="6153785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1189" marR="5080" indent="-1889125">
              <a:lnSpc>
                <a:spcPct val="115500"/>
              </a:lnSpc>
              <a:spcBef>
                <a:spcPts val="100"/>
              </a:spcBef>
            </a:pPr>
            <a:r>
              <a:rPr dirty="0" sz="3300" spc="455">
                <a:latin typeface="Trebuchet MS"/>
                <a:cs typeface="Trebuchet MS"/>
              </a:rPr>
              <a:t>Multi-</a:t>
            </a:r>
            <a:r>
              <a:rPr dirty="0" sz="3300" spc="290">
                <a:latin typeface="Trebuchet MS"/>
                <a:cs typeface="Trebuchet MS"/>
              </a:rPr>
              <a:t>Sensor</a:t>
            </a:r>
            <a:r>
              <a:rPr dirty="0" sz="3300" spc="140">
                <a:latin typeface="Trebuchet MS"/>
                <a:cs typeface="Trebuchet MS"/>
              </a:rPr>
              <a:t> </a:t>
            </a:r>
            <a:r>
              <a:rPr dirty="0" sz="3300" spc="215">
                <a:latin typeface="Trebuchet MS"/>
                <a:cs typeface="Trebuchet MS"/>
              </a:rPr>
              <a:t>Environmental </a:t>
            </a:r>
            <a:r>
              <a:rPr dirty="0" sz="3300" spc="229">
                <a:latin typeface="Trebuchet MS"/>
                <a:cs typeface="Trebuchet MS"/>
              </a:rPr>
              <a:t>Perception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1171301" y="3086131"/>
            <a:ext cx="6204585" cy="1249680"/>
          </a:xfrm>
          <a:custGeom>
            <a:avLst/>
            <a:gdLst/>
            <a:ahLst/>
            <a:cxnLst/>
            <a:rect l="l" t="t" r="r" b="b"/>
            <a:pathLst>
              <a:path w="6204584" h="1249679">
                <a:moveTo>
                  <a:pt x="4728787" y="1249298"/>
                </a:moveTo>
                <a:lnTo>
                  <a:pt x="1475333" y="1249298"/>
                </a:lnTo>
                <a:lnTo>
                  <a:pt x="1429612" y="1245679"/>
                </a:lnTo>
                <a:lnTo>
                  <a:pt x="1385429" y="1235038"/>
                </a:lnTo>
                <a:lnTo>
                  <a:pt x="1343564" y="1217697"/>
                </a:lnTo>
                <a:lnTo>
                  <a:pt x="1304798" y="1193979"/>
                </a:lnTo>
                <a:lnTo>
                  <a:pt x="1269909" y="1164209"/>
                </a:lnTo>
                <a:lnTo>
                  <a:pt x="1240139" y="1129321"/>
                </a:lnTo>
                <a:lnTo>
                  <a:pt x="1216422" y="1090554"/>
                </a:lnTo>
                <a:lnTo>
                  <a:pt x="1199081" y="1048689"/>
                </a:lnTo>
                <a:lnTo>
                  <a:pt x="1188439" y="1004506"/>
                </a:lnTo>
                <a:lnTo>
                  <a:pt x="1184820" y="958786"/>
                </a:lnTo>
                <a:lnTo>
                  <a:pt x="1181201" y="913065"/>
                </a:lnTo>
                <a:lnTo>
                  <a:pt x="1170559" y="868883"/>
                </a:lnTo>
                <a:lnTo>
                  <a:pt x="1153218" y="827018"/>
                </a:lnTo>
                <a:lnTo>
                  <a:pt x="1129501" y="788251"/>
                </a:lnTo>
                <a:lnTo>
                  <a:pt x="1099731" y="753363"/>
                </a:lnTo>
                <a:lnTo>
                  <a:pt x="1064843" y="723592"/>
                </a:lnTo>
                <a:lnTo>
                  <a:pt x="1026076" y="699875"/>
                </a:lnTo>
                <a:lnTo>
                  <a:pt x="984211" y="682534"/>
                </a:lnTo>
                <a:lnTo>
                  <a:pt x="940028" y="671892"/>
                </a:lnTo>
                <a:lnTo>
                  <a:pt x="894308" y="668273"/>
                </a:ln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5869834" y="0"/>
                </a:lnTo>
                <a:lnTo>
                  <a:pt x="5922420" y="4162"/>
                </a:lnTo>
                <a:lnTo>
                  <a:pt x="5973237" y="16402"/>
                </a:lnTo>
                <a:lnTo>
                  <a:pt x="6021389" y="36347"/>
                </a:lnTo>
                <a:lnTo>
                  <a:pt x="6065977" y="63625"/>
                </a:lnTo>
                <a:lnTo>
                  <a:pt x="6106104" y="97866"/>
                </a:lnTo>
                <a:lnTo>
                  <a:pt x="6140345" y="137993"/>
                </a:lnTo>
                <a:lnTo>
                  <a:pt x="6167624" y="182581"/>
                </a:lnTo>
                <a:lnTo>
                  <a:pt x="6187569" y="230733"/>
                </a:lnTo>
                <a:lnTo>
                  <a:pt x="6199808" y="281550"/>
                </a:lnTo>
                <a:lnTo>
                  <a:pt x="6203971" y="334136"/>
                </a:lnTo>
                <a:lnTo>
                  <a:pt x="6199808" y="386723"/>
                </a:lnTo>
                <a:lnTo>
                  <a:pt x="6187569" y="437540"/>
                </a:lnTo>
                <a:lnTo>
                  <a:pt x="6167624" y="485692"/>
                </a:lnTo>
                <a:lnTo>
                  <a:pt x="6140345" y="530280"/>
                </a:lnTo>
                <a:lnTo>
                  <a:pt x="6106104" y="570407"/>
                </a:lnTo>
                <a:lnTo>
                  <a:pt x="6065977" y="604648"/>
                </a:lnTo>
                <a:lnTo>
                  <a:pt x="6021389" y="631926"/>
                </a:lnTo>
                <a:lnTo>
                  <a:pt x="5973237" y="651871"/>
                </a:lnTo>
                <a:lnTo>
                  <a:pt x="5922420" y="664111"/>
                </a:lnTo>
                <a:lnTo>
                  <a:pt x="5869834" y="668273"/>
                </a:lnTo>
                <a:lnTo>
                  <a:pt x="5309811" y="668273"/>
                </a:lnTo>
                <a:lnTo>
                  <a:pt x="5262689" y="672076"/>
                </a:lnTo>
                <a:lnTo>
                  <a:pt x="5217987" y="683084"/>
                </a:lnTo>
                <a:lnTo>
                  <a:pt x="5176304" y="700700"/>
                </a:lnTo>
                <a:lnTo>
                  <a:pt x="5138238" y="724325"/>
                </a:lnTo>
                <a:lnTo>
                  <a:pt x="5104388" y="753363"/>
                </a:lnTo>
                <a:lnTo>
                  <a:pt x="5075351" y="787213"/>
                </a:lnTo>
                <a:lnTo>
                  <a:pt x="5051725" y="825279"/>
                </a:lnTo>
                <a:lnTo>
                  <a:pt x="5034109" y="866961"/>
                </a:lnTo>
                <a:lnTo>
                  <a:pt x="5023101" y="911663"/>
                </a:lnTo>
                <a:lnTo>
                  <a:pt x="5015680" y="1004506"/>
                </a:lnTo>
                <a:lnTo>
                  <a:pt x="5005038" y="1048689"/>
                </a:lnTo>
                <a:lnTo>
                  <a:pt x="4987697" y="1090554"/>
                </a:lnTo>
                <a:lnTo>
                  <a:pt x="4963980" y="1129321"/>
                </a:lnTo>
                <a:lnTo>
                  <a:pt x="4934210" y="1164209"/>
                </a:lnTo>
                <a:lnTo>
                  <a:pt x="4899322" y="1193979"/>
                </a:lnTo>
                <a:lnTo>
                  <a:pt x="4860555" y="1217697"/>
                </a:lnTo>
                <a:lnTo>
                  <a:pt x="4818690" y="1235038"/>
                </a:lnTo>
                <a:lnTo>
                  <a:pt x="4774507" y="1245679"/>
                </a:lnTo>
                <a:lnTo>
                  <a:pt x="4728787" y="1249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426825" y="3005613"/>
            <a:ext cx="5693410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6975" marR="5080" indent="-1184910">
              <a:lnSpc>
                <a:spcPct val="115500"/>
              </a:lnSpc>
              <a:spcBef>
                <a:spcPts val="100"/>
              </a:spcBef>
            </a:pPr>
            <a:r>
              <a:rPr dirty="0" sz="3300" spc="235">
                <a:latin typeface="Trebuchet MS"/>
                <a:cs typeface="Trebuchet MS"/>
              </a:rPr>
              <a:t>Autonomous</a:t>
            </a:r>
            <a:r>
              <a:rPr dirty="0" sz="3300" spc="120">
                <a:latin typeface="Trebuchet MS"/>
                <a:cs typeface="Trebuchet MS"/>
              </a:rPr>
              <a:t> </a:t>
            </a:r>
            <a:r>
              <a:rPr dirty="0" sz="3300" spc="305">
                <a:latin typeface="Trebuchet MS"/>
                <a:cs typeface="Trebuchet MS"/>
              </a:rPr>
              <a:t>Navigation</a:t>
            </a:r>
            <a:r>
              <a:rPr dirty="0" sz="3300" spc="120">
                <a:latin typeface="Trebuchet MS"/>
                <a:cs typeface="Trebuchet MS"/>
              </a:rPr>
              <a:t> </a:t>
            </a:r>
            <a:r>
              <a:rPr dirty="0" sz="3300" spc="760">
                <a:latin typeface="Trebuchet MS"/>
                <a:cs typeface="Trebuchet MS"/>
              </a:rPr>
              <a:t>&amp; </a:t>
            </a:r>
            <a:r>
              <a:rPr dirty="0" sz="3300" spc="165">
                <a:latin typeface="Trebuchet MS"/>
                <a:cs typeface="Trebuchet MS"/>
              </a:rPr>
              <a:t>Path</a:t>
            </a:r>
            <a:r>
              <a:rPr dirty="0" sz="3300" spc="114">
                <a:latin typeface="Trebuchet MS"/>
                <a:cs typeface="Trebuchet MS"/>
              </a:rPr>
              <a:t> </a:t>
            </a:r>
            <a:r>
              <a:rPr dirty="0" sz="3300" spc="355">
                <a:latin typeface="Trebuchet MS"/>
                <a:cs typeface="Trebuchet MS"/>
              </a:rPr>
              <a:t>Following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615274" y="5854889"/>
            <a:ext cx="5474335" cy="1249680"/>
          </a:xfrm>
          <a:custGeom>
            <a:avLst/>
            <a:gdLst/>
            <a:ahLst/>
            <a:cxnLst/>
            <a:rect l="l" t="t" r="r" b="b"/>
            <a:pathLst>
              <a:path w="5474334" h="1249679">
                <a:moveTo>
                  <a:pt x="3835371" y="1249298"/>
                </a:moveTo>
                <a:lnTo>
                  <a:pt x="1638597" y="1249298"/>
                </a:lnTo>
                <a:lnTo>
                  <a:pt x="1592877" y="1245679"/>
                </a:lnTo>
                <a:lnTo>
                  <a:pt x="1548694" y="1235038"/>
                </a:lnTo>
                <a:lnTo>
                  <a:pt x="1506829" y="1217697"/>
                </a:lnTo>
                <a:lnTo>
                  <a:pt x="1468062" y="1193979"/>
                </a:lnTo>
                <a:lnTo>
                  <a:pt x="1433174" y="1164209"/>
                </a:lnTo>
                <a:lnTo>
                  <a:pt x="1403403" y="1129321"/>
                </a:lnTo>
                <a:lnTo>
                  <a:pt x="1379686" y="1090554"/>
                </a:lnTo>
                <a:lnTo>
                  <a:pt x="1362345" y="1048689"/>
                </a:lnTo>
                <a:lnTo>
                  <a:pt x="1351704" y="1004506"/>
                </a:lnTo>
                <a:lnTo>
                  <a:pt x="1348085" y="958786"/>
                </a:lnTo>
                <a:lnTo>
                  <a:pt x="1344466" y="913065"/>
                </a:lnTo>
                <a:lnTo>
                  <a:pt x="1333824" y="868883"/>
                </a:lnTo>
                <a:lnTo>
                  <a:pt x="1316483" y="827018"/>
                </a:lnTo>
                <a:lnTo>
                  <a:pt x="1292766" y="788251"/>
                </a:lnTo>
                <a:lnTo>
                  <a:pt x="1262995" y="753363"/>
                </a:lnTo>
                <a:lnTo>
                  <a:pt x="1228107" y="723592"/>
                </a:lnTo>
                <a:lnTo>
                  <a:pt x="1189340" y="699875"/>
                </a:lnTo>
                <a:lnTo>
                  <a:pt x="1147475" y="682534"/>
                </a:lnTo>
                <a:lnTo>
                  <a:pt x="1103293" y="671892"/>
                </a:lnTo>
                <a:lnTo>
                  <a:pt x="1057572" y="668273"/>
                </a:ln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5139832" y="0"/>
                </a:lnTo>
                <a:lnTo>
                  <a:pt x="5192418" y="4162"/>
                </a:lnTo>
                <a:lnTo>
                  <a:pt x="5243236" y="16402"/>
                </a:lnTo>
                <a:lnTo>
                  <a:pt x="5291387" y="36347"/>
                </a:lnTo>
                <a:lnTo>
                  <a:pt x="5335975" y="63625"/>
                </a:lnTo>
                <a:lnTo>
                  <a:pt x="5376103" y="97866"/>
                </a:lnTo>
                <a:lnTo>
                  <a:pt x="5410343" y="137993"/>
                </a:lnTo>
                <a:lnTo>
                  <a:pt x="5437622" y="182581"/>
                </a:lnTo>
                <a:lnTo>
                  <a:pt x="5457567" y="230733"/>
                </a:lnTo>
                <a:lnTo>
                  <a:pt x="5469806" y="281550"/>
                </a:lnTo>
                <a:lnTo>
                  <a:pt x="5473969" y="334136"/>
                </a:lnTo>
                <a:lnTo>
                  <a:pt x="5469806" y="386723"/>
                </a:lnTo>
                <a:lnTo>
                  <a:pt x="5457567" y="437540"/>
                </a:lnTo>
                <a:lnTo>
                  <a:pt x="5437622" y="485692"/>
                </a:lnTo>
                <a:lnTo>
                  <a:pt x="5410343" y="530280"/>
                </a:lnTo>
                <a:lnTo>
                  <a:pt x="5376103" y="570407"/>
                </a:lnTo>
                <a:lnTo>
                  <a:pt x="5335975" y="604648"/>
                </a:lnTo>
                <a:lnTo>
                  <a:pt x="5291387" y="631926"/>
                </a:lnTo>
                <a:lnTo>
                  <a:pt x="5243236" y="651871"/>
                </a:lnTo>
                <a:lnTo>
                  <a:pt x="5192418" y="664111"/>
                </a:lnTo>
                <a:lnTo>
                  <a:pt x="5139832" y="668273"/>
                </a:lnTo>
                <a:lnTo>
                  <a:pt x="4416396" y="668273"/>
                </a:lnTo>
                <a:lnTo>
                  <a:pt x="4369274" y="672076"/>
                </a:lnTo>
                <a:lnTo>
                  <a:pt x="4324572" y="683084"/>
                </a:lnTo>
                <a:lnTo>
                  <a:pt x="4282889" y="700700"/>
                </a:lnTo>
                <a:lnTo>
                  <a:pt x="4244823" y="724325"/>
                </a:lnTo>
                <a:lnTo>
                  <a:pt x="4210973" y="753363"/>
                </a:lnTo>
                <a:lnTo>
                  <a:pt x="4181936" y="787213"/>
                </a:lnTo>
                <a:lnTo>
                  <a:pt x="4158310" y="825279"/>
                </a:lnTo>
                <a:lnTo>
                  <a:pt x="4140694" y="866961"/>
                </a:lnTo>
                <a:lnTo>
                  <a:pt x="4129686" y="911663"/>
                </a:lnTo>
                <a:lnTo>
                  <a:pt x="4122265" y="1004506"/>
                </a:lnTo>
                <a:lnTo>
                  <a:pt x="4111623" y="1048689"/>
                </a:lnTo>
                <a:lnTo>
                  <a:pt x="4094282" y="1090554"/>
                </a:lnTo>
                <a:lnTo>
                  <a:pt x="4070565" y="1129321"/>
                </a:lnTo>
                <a:lnTo>
                  <a:pt x="4040795" y="1164209"/>
                </a:lnTo>
                <a:lnTo>
                  <a:pt x="4005906" y="1193979"/>
                </a:lnTo>
                <a:lnTo>
                  <a:pt x="3967140" y="1217697"/>
                </a:lnTo>
                <a:lnTo>
                  <a:pt x="3925275" y="1235038"/>
                </a:lnTo>
                <a:lnTo>
                  <a:pt x="3881092" y="1245679"/>
                </a:lnTo>
                <a:lnTo>
                  <a:pt x="3835371" y="1249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870798" y="5774371"/>
            <a:ext cx="4963160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60170" marR="5080" indent="-1348105">
              <a:lnSpc>
                <a:spcPct val="115500"/>
              </a:lnSpc>
              <a:spcBef>
                <a:spcPts val="100"/>
              </a:spcBef>
            </a:pPr>
            <a:r>
              <a:rPr dirty="0" sz="3300" spc="395">
                <a:latin typeface="Trebuchet MS"/>
                <a:cs typeface="Trebuchet MS"/>
              </a:rPr>
              <a:t>Real-</a:t>
            </a:r>
            <a:r>
              <a:rPr dirty="0" sz="3300" spc="285">
                <a:latin typeface="Trebuchet MS"/>
                <a:cs typeface="Trebuchet MS"/>
              </a:rPr>
              <a:t>Time</a:t>
            </a:r>
            <a:r>
              <a:rPr dirty="0" sz="3300" spc="100">
                <a:latin typeface="Trebuchet MS"/>
                <a:cs typeface="Trebuchet MS"/>
              </a:rPr>
              <a:t> </a:t>
            </a:r>
            <a:r>
              <a:rPr dirty="0" sz="3300" spc="330">
                <a:latin typeface="Trebuchet MS"/>
                <a:cs typeface="Trebuchet MS"/>
              </a:rPr>
              <a:t>Visual</a:t>
            </a:r>
            <a:r>
              <a:rPr dirty="0" sz="3300" spc="110">
                <a:latin typeface="Trebuchet MS"/>
                <a:cs typeface="Trebuchet MS"/>
              </a:rPr>
              <a:t> </a:t>
            </a:r>
            <a:r>
              <a:rPr dirty="0" sz="3300" spc="190">
                <a:latin typeface="Trebuchet MS"/>
                <a:cs typeface="Trebuchet MS"/>
              </a:rPr>
              <a:t>Data </a:t>
            </a:r>
            <a:r>
              <a:rPr dirty="0" sz="3300" spc="290">
                <a:latin typeface="Trebuchet MS"/>
                <a:cs typeface="Trebuchet MS"/>
              </a:rPr>
              <a:t>Streaming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1486073" y="5854889"/>
            <a:ext cx="5574665" cy="1249680"/>
          </a:xfrm>
          <a:custGeom>
            <a:avLst/>
            <a:gdLst/>
            <a:ahLst/>
            <a:cxnLst/>
            <a:rect l="l" t="t" r="r" b="b"/>
            <a:pathLst>
              <a:path w="5574665" h="1249679">
                <a:moveTo>
                  <a:pt x="3893563" y="1249298"/>
                </a:moveTo>
                <a:lnTo>
                  <a:pt x="1680864" y="1249298"/>
                </a:lnTo>
                <a:lnTo>
                  <a:pt x="1635144" y="1245679"/>
                </a:lnTo>
                <a:lnTo>
                  <a:pt x="1590961" y="1235038"/>
                </a:lnTo>
                <a:lnTo>
                  <a:pt x="1549096" y="1217697"/>
                </a:lnTo>
                <a:lnTo>
                  <a:pt x="1510329" y="1193979"/>
                </a:lnTo>
                <a:lnTo>
                  <a:pt x="1475441" y="1164209"/>
                </a:lnTo>
                <a:lnTo>
                  <a:pt x="1445671" y="1129321"/>
                </a:lnTo>
                <a:lnTo>
                  <a:pt x="1421953" y="1090554"/>
                </a:lnTo>
                <a:lnTo>
                  <a:pt x="1404612" y="1048689"/>
                </a:lnTo>
                <a:lnTo>
                  <a:pt x="1393971" y="1004506"/>
                </a:lnTo>
                <a:lnTo>
                  <a:pt x="1390352" y="958786"/>
                </a:lnTo>
                <a:lnTo>
                  <a:pt x="1386733" y="913065"/>
                </a:lnTo>
                <a:lnTo>
                  <a:pt x="1376091" y="868883"/>
                </a:lnTo>
                <a:lnTo>
                  <a:pt x="1358750" y="827018"/>
                </a:lnTo>
                <a:lnTo>
                  <a:pt x="1335033" y="788251"/>
                </a:lnTo>
                <a:lnTo>
                  <a:pt x="1305263" y="753363"/>
                </a:lnTo>
                <a:lnTo>
                  <a:pt x="1270374" y="723592"/>
                </a:lnTo>
                <a:lnTo>
                  <a:pt x="1231608" y="699875"/>
                </a:lnTo>
                <a:lnTo>
                  <a:pt x="1189743" y="682534"/>
                </a:lnTo>
                <a:lnTo>
                  <a:pt x="1145560" y="671892"/>
                </a:lnTo>
                <a:lnTo>
                  <a:pt x="1099839" y="668273"/>
                </a:ln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5240440" y="0"/>
                </a:lnTo>
                <a:lnTo>
                  <a:pt x="5293026" y="4162"/>
                </a:lnTo>
                <a:lnTo>
                  <a:pt x="5343843" y="16402"/>
                </a:lnTo>
                <a:lnTo>
                  <a:pt x="5391995" y="36347"/>
                </a:lnTo>
                <a:lnTo>
                  <a:pt x="5436583" y="63625"/>
                </a:lnTo>
                <a:lnTo>
                  <a:pt x="5476710" y="97866"/>
                </a:lnTo>
                <a:lnTo>
                  <a:pt x="5510951" y="137993"/>
                </a:lnTo>
                <a:lnTo>
                  <a:pt x="5538230" y="182581"/>
                </a:lnTo>
                <a:lnTo>
                  <a:pt x="5558175" y="230733"/>
                </a:lnTo>
                <a:lnTo>
                  <a:pt x="5570414" y="281550"/>
                </a:lnTo>
                <a:lnTo>
                  <a:pt x="5574576" y="334136"/>
                </a:lnTo>
                <a:lnTo>
                  <a:pt x="5570414" y="386723"/>
                </a:lnTo>
                <a:lnTo>
                  <a:pt x="5558175" y="437540"/>
                </a:lnTo>
                <a:lnTo>
                  <a:pt x="5538230" y="485692"/>
                </a:lnTo>
                <a:lnTo>
                  <a:pt x="5510951" y="530280"/>
                </a:lnTo>
                <a:lnTo>
                  <a:pt x="5476710" y="570407"/>
                </a:lnTo>
                <a:lnTo>
                  <a:pt x="5436583" y="604648"/>
                </a:lnTo>
                <a:lnTo>
                  <a:pt x="5391995" y="631926"/>
                </a:lnTo>
                <a:lnTo>
                  <a:pt x="5343843" y="651871"/>
                </a:lnTo>
                <a:lnTo>
                  <a:pt x="5293026" y="664111"/>
                </a:lnTo>
                <a:lnTo>
                  <a:pt x="5240440" y="668273"/>
                </a:lnTo>
                <a:lnTo>
                  <a:pt x="4474588" y="668273"/>
                </a:lnTo>
                <a:lnTo>
                  <a:pt x="4427466" y="672076"/>
                </a:lnTo>
                <a:lnTo>
                  <a:pt x="4382764" y="683084"/>
                </a:lnTo>
                <a:lnTo>
                  <a:pt x="4341081" y="700700"/>
                </a:lnTo>
                <a:lnTo>
                  <a:pt x="4303015" y="724325"/>
                </a:lnTo>
                <a:lnTo>
                  <a:pt x="4269165" y="753363"/>
                </a:lnTo>
                <a:lnTo>
                  <a:pt x="4240128" y="787213"/>
                </a:lnTo>
                <a:lnTo>
                  <a:pt x="4216502" y="825279"/>
                </a:lnTo>
                <a:lnTo>
                  <a:pt x="4198886" y="866961"/>
                </a:lnTo>
                <a:lnTo>
                  <a:pt x="4187878" y="911663"/>
                </a:lnTo>
                <a:lnTo>
                  <a:pt x="4180457" y="1004506"/>
                </a:lnTo>
                <a:lnTo>
                  <a:pt x="4169815" y="1048689"/>
                </a:lnTo>
                <a:lnTo>
                  <a:pt x="4152474" y="1090554"/>
                </a:lnTo>
                <a:lnTo>
                  <a:pt x="4128757" y="1129321"/>
                </a:lnTo>
                <a:lnTo>
                  <a:pt x="4098986" y="1164209"/>
                </a:lnTo>
                <a:lnTo>
                  <a:pt x="4064098" y="1193979"/>
                </a:lnTo>
                <a:lnTo>
                  <a:pt x="4025331" y="1217697"/>
                </a:lnTo>
                <a:lnTo>
                  <a:pt x="3983467" y="1235038"/>
                </a:lnTo>
                <a:lnTo>
                  <a:pt x="3939284" y="1245679"/>
                </a:lnTo>
                <a:lnTo>
                  <a:pt x="3893563" y="1249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741597" y="5774371"/>
            <a:ext cx="5063490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2715" marR="5080" indent="-1390650">
              <a:lnSpc>
                <a:spcPct val="115500"/>
              </a:lnSpc>
              <a:spcBef>
                <a:spcPts val="100"/>
              </a:spcBef>
            </a:pPr>
            <a:r>
              <a:rPr dirty="0" sz="3300" spc="470">
                <a:latin typeface="Trebuchet MS"/>
                <a:cs typeface="Trebuchet MS"/>
              </a:rPr>
              <a:t>Web-</a:t>
            </a:r>
            <a:r>
              <a:rPr dirty="0" sz="3300" spc="250">
                <a:latin typeface="Trebuchet MS"/>
                <a:cs typeface="Trebuchet MS"/>
              </a:rPr>
              <a:t>Based</a:t>
            </a:r>
            <a:r>
              <a:rPr dirty="0" sz="3300" spc="110">
                <a:latin typeface="Trebuchet MS"/>
                <a:cs typeface="Trebuchet MS"/>
              </a:rPr>
              <a:t> </a:t>
            </a:r>
            <a:r>
              <a:rPr dirty="0" sz="3300" spc="325">
                <a:latin typeface="Trebuchet MS"/>
                <a:cs typeface="Trebuchet MS"/>
              </a:rPr>
              <a:t>Monitoring </a:t>
            </a:r>
            <a:r>
              <a:rPr dirty="0" sz="3300" spc="245">
                <a:latin typeface="Trebuchet MS"/>
                <a:cs typeface="Trebuchet MS"/>
              </a:rPr>
              <a:t>Dashboard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374699" y="8089772"/>
            <a:ext cx="5538470" cy="1249680"/>
          </a:xfrm>
          <a:custGeom>
            <a:avLst/>
            <a:gdLst/>
            <a:ahLst/>
            <a:cxnLst/>
            <a:rect l="l" t="t" r="r" b="b"/>
            <a:pathLst>
              <a:path w="5538470" h="1249679">
                <a:moveTo>
                  <a:pt x="4259085" y="1249298"/>
                </a:moveTo>
                <a:lnTo>
                  <a:pt x="1279326" y="1249298"/>
                </a:lnTo>
                <a:lnTo>
                  <a:pt x="1232203" y="1245496"/>
                </a:lnTo>
                <a:lnTo>
                  <a:pt x="1187502" y="1234488"/>
                </a:lnTo>
                <a:lnTo>
                  <a:pt x="1145819" y="1216872"/>
                </a:lnTo>
                <a:lnTo>
                  <a:pt x="1107753" y="1193246"/>
                </a:lnTo>
                <a:lnTo>
                  <a:pt x="1073903" y="1164209"/>
                </a:lnTo>
                <a:lnTo>
                  <a:pt x="1044866" y="1130359"/>
                </a:lnTo>
                <a:lnTo>
                  <a:pt x="1021240" y="1092293"/>
                </a:lnTo>
                <a:lnTo>
                  <a:pt x="1003624" y="1050610"/>
                </a:lnTo>
                <a:lnTo>
                  <a:pt x="992616" y="1005909"/>
                </a:lnTo>
                <a:lnTo>
                  <a:pt x="988813" y="958786"/>
                </a:lnTo>
                <a:lnTo>
                  <a:pt x="985194" y="913065"/>
                </a:lnTo>
                <a:lnTo>
                  <a:pt x="974553" y="868883"/>
                </a:lnTo>
                <a:lnTo>
                  <a:pt x="957212" y="827018"/>
                </a:lnTo>
                <a:lnTo>
                  <a:pt x="933495" y="788251"/>
                </a:lnTo>
                <a:lnTo>
                  <a:pt x="903724" y="753363"/>
                </a:lnTo>
                <a:lnTo>
                  <a:pt x="868836" y="723592"/>
                </a:lnTo>
                <a:lnTo>
                  <a:pt x="830069" y="699875"/>
                </a:lnTo>
                <a:lnTo>
                  <a:pt x="788204" y="682534"/>
                </a:lnTo>
                <a:lnTo>
                  <a:pt x="744021" y="671892"/>
                </a:lnTo>
                <a:lnTo>
                  <a:pt x="698301" y="668273"/>
                </a:lnTo>
                <a:lnTo>
                  <a:pt x="334136" y="668273"/>
                </a:lnTo>
                <a:lnTo>
                  <a:pt x="284760" y="664651"/>
                </a:lnTo>
                <a:lnTo>
                  <a:pt x="237633" y="654126"/>
                </a:lnTo>
                <a:lnTo>
                  <a:pt x="193273" y="637218"/>
                </a:lnTo>
                <a:lnTo>
                  <a:pt x="152195" y="614442"/>
                </a:lnTo>
                <a:lnTo>
                  <a:pt x="114918" y="586315"/>
                </a:lnTo>
                <a:lnTo>
                  <a:pt x="81958" y="553355"/>
                </a:lnTo>
                <a:lnTo>
                  <a:pt x="53831" y="516078"/>
                </a:lnTo>
                <a:lnTo>
                  <a:pt x="31055" y="475000"/>
                </a:lnTo>
                <a:lnTo>
                  <a:pt x="14147" y="430640"/>
                </a:lnTo>
                <a:lnTo>
                  <a:pt x="3622" y="383513"/>
                </a:lnTo>
                <a:lnTo>
                  <a:pt x="0" y="334136"/>
                </a:lnTo>
                <a:lnTo>
                  <a:pt x="3622" y="284760"/>
                </a:lnTo>
                <a:lnTo>
                  <a:pt x="14147" y="237633"/>
                </a:lnTo>
                <a:lnTo>
                  <a:pt x="31055" y="193273"/>
                </a:lnTo>
                <a:lnTo>
                  <a:pt x="53831" y="152195"/>
                </a:lnTo>
                <a:lnTo>
                  <a:pt x="81958" y="114918"/>
                </a:lnTo>
                <a:lnTo>
                  <a:pt x="114918" y="81958"/>
                </a:lnTo>
                <a:lnTo>
                  <a:pt x="152195" y="53831"/>
                </a:lnTo>
                <a:lnTo>
                  <a:pt x="193273" y="31055"/>
                </a:lnTo>
                <a:lnTo>
                  <a:pt x="237633" y="14147"/>
                </a:lnTo>
                <a:lnTo>
                  <a:pt x="284760" y="3622"/>
                </a:lnTo>
                <a:lnTo>
                  <a:pt x="334136" y="0"/>
                </a:lnTo>
                <a:lnTo>
                  <a:pt x="5204275" y="0"/>
                </a:lnTo>
                <a:lnTo>
                  <a:pt x="5256861" y="4162"/>
                </a:lnTo>
                <a:lnTo>
                  <a:pt x="5307678" y="16402"/>
                </a:lnTo>
                <a:lnTo>
                  <a:pt x="5355830" y="36347"/>
                </a:lnTo>
                <a:lnTo>
                  <a:pt x="5400418" y="63625"/>
                </a:lnTo>
                <a:lnTo>
                  <a:pt x="5440545" y="97866"/>
                </a:lnTo>
                <a:lnTo>
                  <a:pt x="5474786" y="137993"/>
                </a:lnTo>
                <a:lnTo>
                  <a:pt x="5502064" y="182581"/>
                </a:lnTo>
                <a:lnTo>
                  <a:pt x="5522009" y="230733"/>
                </a:lnTo>
                <a:lnTo>
                  <a:pt x="5534249" y="281550"/>
                </a:lnTo>
                <a:lnTo>
                  <a:pt x="5538411" y="334136"/>
                </a:lnTo>
                <a:lnTo>
                  <a:pt x="5534249" y="386723"/>
                </a:lnTo>
                <a:lnTo>
                  <a:pt x="5522009" y="437540"/>
                </a:lnTo>
                <a:lnTo>
                  <a:pt x="5502064" y="485692"/>
                </a:lnTo>
                <a:lnTo>
                  <a:pt x="5474786" y="530280"/>
                </a:lnTo>
                <a:lnTo>
                  <a:pt x="5440545" y="570407"/>
                </a:lnTo>
                <a:lnTo>
                  <a:pt x="5400418" y="604648"/>
                </a:lnTo>
                <a:lnTo>
                  <a:pt x="5355830" y="631926"/>
                </a:lnTo>
                <a:lnTo>
                  <a:pt x="5307678" y="651871"/>
                </a:lnTo>
                <a:lnTo>
                  <a:pt x="5256861" y="664111"/>
                </a:lnTo>
                <a:lnTo>
                  <a:pt x="5204275" y="668273"/>
                </a:lnTo>
                <a:lnTo>
                  <a:pt x="4840110" y="668273"/>
                </a:lnTo>
                <a:lnTo>
                  <a:pt x="4792987" y="672076"/>
                </a:lnTo>
                <a:lnTo>
                  <a:pt x="4748285" y="683084"/>
                </a:lnTo>
                <a:lnTo>
                  <a:pt x="4706603" y="700700"/>
                </a:lnTo>
                <a:lnTo>
                  <a:pt x="4668537" y="724325"/>
                </a:lnTo>
                <a:lnTo>
                  <a:pt x="4634686" y="753363"/>
                </a:lnTo>
                <a:lnTo>
                  <a:pt x="4605649" y="787213"/>
                </a:lnTo>
                <a:lnTo>
                  <a:pt x="4582024" y="825279"/>
                </a:lnTo>
                <a:lnTo>
                  <a:pt x="4564408" y="866961"/>
                </a:lnTo>
                <a:lnTo>
                  <a:pt x="4553400" y="911663"/>
                </a:lnTo>
                <a:lnTo>
                  <a:pt x="4545978" y="1004506"/>
                </a:lnTo>
                <a:lnTo>
                  <a:pt x="4535337" y="1048689"/>
                </a:lnTo>
                <a:lnTo>
                  <a:pt x="4517996" y="1090554"/>
                </a:lnTo>
                <a:lnTo>
                  <a:pt x="4494279" y="1129321"/>
                </a:lnTo>
                <a:lnTo>
                  <a:pt x="4464508" y="1164209"/>
                </a:lnTo>
                <a:lnTo>
                  <a:pt x="4429620" y="1193979"/>
                </a:lnTo>
                <a:lnTo>
                  <a:pt x="4390853" y="1217697"/>
                </a:lnTo>
                <a:lnTo>
                  <a:pt x="4348988" y="1235038"/>
                </a:lnTo>
                <a:lnTo>
                  <a:pt x="4304806" y="1245679"/>
                </a:lnTo>
                <a:lnTo>
                  <a:pt x="4259085" y="1249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630223" y="8087359"/>
            <a:ext cx="502793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265">
                <a:latin typeface="Trebuchet MS"/>
                <a:cs typeface="Trebuchet MS"/>
              </a:rPr>
              <a:t>Secure</a:t>
            </a:r>
            <a:r>
              <a:rPr dirty="0" sz="3300" spc="110">
                <a:latin typeface="Trebuchet MS"/>
                <a:cs typeface="Trebuchet MS"/>
              </a:rPr>
              <a:t> </a:t>
            </a:r>
            <a:r>
              <a:rPr dirty="0" sz="3300" spc="565">
                <a:latin typeface="Trebuchet MS"/>
                <a:cs typeface="Trebuchet MS"/>
              </a:rPr>
              <a:t>IoT-</a:t>
            </a:r>
            <a:r>
              <a:rPr dirty="0" sz="3300" spc="250">
                <a:latin typeface="Trebuchet MS"/>
                <a:cs typeface="Trebuchet MS"/>
              </a:rPr>
              <a:t>Based</a:t>
            </a:r>
            <a:r>
              <a:rPr dirty="0" sz="3300" spc="110">
                <a:latin typeface="Trebuchet MS"/>
                <a:cs typeface="Trebuchet MS"/>
              </a:rPr>
              <a:t> </a:t>
            </a:r>
            <a:r>
              <a:rPr dirty="0" sz="3300" spc="190">
                <a:latin typeface="Trebuchet MS"/>
                <a:cs typeface="Trebuchet MS"/>
              </a:rPr>
              <a:t>Data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619038" y="8668384"/>
            <a:ext cx="304990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215">
                <a:latin typeface="Trebuchet MS"/>
                <a:cs typeface="Trebuchet MS"/>
              </a:rPr>
              <a:t>Infrastructure</a:t>
            </a:r>
            <a:endParaRPr sz="3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646" y="2738446"/>
            <a:ext cx="7120890" cy="1031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60020">
              <a:lnSpc>
                <a:spcPct val="117900"/>
              </a:lnSpc>
              <a:spcBef>
                <a:spcPts val="95"/>
              </a:spcBef>
            </a:pPr>
            <a:r>
              <a:rPr dirty="0" sz="2800" spc="170">
                <a:latin typeface="Trebuchet MS"/>
                <a:cs typeface="Trebuchet MS"/>
              </a:rPr>
              <a:t>The</a:t>
            </a:r>
            <a:r>
              <a:rPr dirty="0" sz="2800" spc="114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project</a:t>
            </a:r>
            <a:r>
              <a:rPr dirty="0" sz="2800" spc="120">
                <a:latin typeface="Trebuchet MS"/>
                <a:cs typeface="Trebuchet MS"/>
              </a:rPr>
              <a:t> </a:t>
            </a:r>
            <a:r>
              <a:rPr dirty="0" sz="2800" spc="195">
                <a:latin typeface="Trebuchet MS"/>
                <a:cs typeface="Trebuchet MS"/>
              </a:rPr>
              <a:t>focuses</a:t>
            </a:r>
            <a:r>
              <a:rPr dirty="0" sz="2800" spc="114">
                <a:latin typeface="Trebuchet MS"/>
                <a:cs typeface="Trebuchet MS"/>
              </a:rPr>
              <a:t> </a:t>
            </a:r>
            <a:r>
              <a:rPr dirty="0" sz="2800" spc="210">
                <a:latin typeface="Trebuchet MS"/>
                <a:cs typeface="Trebuchet MS"/>
              </a:rPr>
              <a:t>on</a:t>
            </a:r>
            <a:r>
              <a:rPr dirty="0" sz="2800" spc="120">
                <a:latin typeface="Trebuchet MS"/>
                <a:cs typeface="Trebuchet MS"/>
              </a:rPr>
              <a:t> </a:t>
            </a:r>
            <a:r>
              <a:rPr dirty="0" sz="2800" spc="220">
                <a:latin typeface="Trebuchet MS"/>
                <a:cs typeface="Trebuchet MS"/>
              </a:rPr>
              <a:t>developing</a:t>
            </a:r>
            <a:r>
              <a:rPr dirty="0" sz="2800" spc="114">
                <a:latin typeface="Trebuchet MS"/>
                <a:cs typeface="Trebuchet MS"/>
              </a:rPr>
              <a:t> </a:t>
            </a:r>
            <a:r>
              <a:rPr dirty="0" sz="2800" spc="145">
                <a:latin typeface="Trebuchet MS"/>
                <a:cs typeface="Trebuchet MS"/>
              </a:rPr>
              <a:t>an </a:t>
            </a:r>
            <a:r>
              <a:rPr dirty="0" sz="2800" spc="325">
                <a:latin typeface="Trebuchet MS"/>
                <a:cs typeface="Trebuchet MS"/>
              </a:rPr>
              <a:t>IoT-</a:t>
            </a:r>
            <a:r>
              <a:rPr dirty="0" sz="2800" spc="190">
                <a:latin typeface="Trebuchet MS"/>
                <a:cs typeface="Trebuchet MS"/>
              </a:rPr>
              <a:t>enabled</a:t>
            </a:r>
            <a:r>
              <a:rPr dirty="0" sz="2800" spc="120">
                <a:latin typeface="Trebuchet MS"/>
                <a:cs typeface="Trebuchet MS"/>
              </a:rPr>
              <a:t> </a:t>
            </a:r>
            <a:r>
              <a:rPr dirty="0" sz="2800" spc="195">
                <a:latin typeface="Trebuchet MS"/>
                <a:cs typeface="Trebuchet MS"/>
              </a:rPr>
              <a:t>quadruped</a:t>
            </a:r>
            <a:r>
              <a:rPr dirty="0" sz="2800" spc="120">
                <a:latin typeface="Trebuchet MS"/>
                <a:cs typeface="Trebuchet MS"/>
              </a:rPr>
              <a:t> </a:t>
            </a:r>
            <a:r>
              <a:rPr dirty="0" sz="2800" spc="210">
                <a:latin typeface="Trebuchet MS"/>
                <a:cs typeface="Trebuchet MS"/>
              </a:rPr>
              <a:t>robotic</a:t>
            </a:r>
            <a:r>
              <a:rPr dirty="0" sz="2800" spc="125">
                <a:latin typeface="Trebuchet MS"/>
                <a:cs typeface="Trebuchet MS"/>
              </a:rPr>
              <a:t> </a:t>
            </a:r>
            <a:r>
              <a:rPr dirty="0" sz="2800" spc="150">
                <a:latin typeface="Trebuchet MS"/>
                <a:cs typeface="Trebuchet MS"/>
              </a:rPr>
              <a:t>system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22934" y="3744881"/>
            <a:ext cx="6728459" cy="153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17900"/>
              </a:lnSpc>
              <a:spcBef>
                <a:spcPts val="95"/>
              </a:spcBef>
            </a:pPr>
            <a:r>
              <a:rPr dirty="0" sz="2800" spc="170">
                <a:latin typeface="Trebuchet MS"/>
                <a:cs typeface="Trebuchet MS"/>
              </a:rPr>
              <a:t>for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220">
                <a:latin typeface="Trebuchet MS"/>
                <a:cs typeface="Trebuchet MS"/>
              </a:rPr>
              <a:t>surveillance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310">
                <a:latin typeface="Trebuchet MS"/>
                <a:cs typeface="Trebuchet MS"/>
              </a:rPr>
              <a:t>in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95">
                <a:latin typeface="Trebuchet MS"/>
                <a:cs typeface="Trebuchet MS"/>
              </a:rPr>
              <a:t>hazardous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and </a:t>
            </a:r>
            <a:r>
              <a:rPr dirty="0" sz="2800" spc="229">
                <a:latin typeface="Trebuchet MS"/>
                <a:cs typeface="Trebuchet MS"/>
              </a:rPr>
              <a:t>confined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45">
                <a:latin typeface="Trebuchet MS"/>
                <a:cs typeface="Trebuchet MS"/>
              </a:rPr>
              <a:t>environments.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345">
                <a:latin typeface="Trebuchet MS"/>
                <a:cs typeface="Trebuchet MS"/>
              </a:rPr>
              <a:t>It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65">
                <a:latin typeface="Trebuchet MS"/>
                <a:cs typeface="Trebuchet MS"/>
              </a:rPr>
              <a:t>integrates </a:t>
            </a:r>
            <a:r>
              <a:rPr dirty="0" sz="2800" spc="195">
                <a:latin typeface="Trebuchet MS"/>
                <a:cs typeface="Trebuchet MS"/>
              </a:rPr>
              <a:t>quadruped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29">
                <a:latin typeface="Trebuchet MS"/>
                <a:cs typeface="Trebuchet MS"/>
              </a:rPr>
              <a:t>locomotion</a:t>
            </a:r>
            <a:r>
              <a:rPr dirty="0" sz="2800" spc="114">
                <a:latin typeface="Trebuchet MS"/>
                <a:cs typeface="Trebuchet MS"/>
              </a:rPr>
              <a:t> </a:t>
            </a:r>
            <a:r>
              <a:rPr dirty="0" sz="2800" spc="215">
                <a:latin typeface="Trebuchet MS"/>
                <a:cs typeface="Trebuchet MS"/>
              </a:rPr>
              <a:t>with</a:t>
            </a:r>
            <a:r>
              <a:rPr dirty="0" sz="2800" spc="114">
                <a:latin typeface="Trebuchet MS"/>
                <a:cs typeface="Trebuchet MS"/>
              </a:rPr>
              <a:t> </a:t>
            </a:r>
            <a:r>
              <a:rPr dirty="0" sz="2800" spc="195">
                <a:latin typeface="Trebuchet MS"/>
                <a:cs typeface="Trebuchet MS"/>
              </a:rPr>
              <a:t>sensors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17519" y="5254534"/>
            <a:ext cx="7139305" cy="153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7900"/>
              </a:lnSpc>
              <a:spcBef>
                <a:spcPts val="95"/>
              </a:spcBef>
            </a:pPr>
            <a:r>
              <a:rPr dirty="0" sz="2800" spc="210">
                <a:latin typeface="Trebuchet MS"/>
                <a:cs typeface="Trebuchet MS"/>
              </a:rPr>
              <a:t>such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15">
                <a:latin typeface="Trebuchet MS"/>
                <a:cs typeface="Trebuchet MS"/>
              </a:rPr>
              <a:t>as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60">
                <a:latin typeface="Trebuchet MS"/>
                <a:cs typeface="Trebuchet MS"/>
              </a:rPr>
              <a:t>LiDAR,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60">
                <a:latin typeface="Trebuchet MS"/>
                <a:cs typeface="Trebuchet MS"/>
              </a:rPr>
              <a:t>ultrasonic,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30">
                <a:latin typeface="Trebuchet MS"/>
                <a:cs typeface="Trebuchet MS"/>
              </a:rPr>
              <a:t>thermal,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and </a:t>
            </a:r>
            <a:r>
              <a:rPr dirty="0" sz="2800" spc="420">
                <a:latin typeface="Trebuchet MS"/>
                <a:cs typeface="Trebuchet MS"/>
              </a:rPr>
              <a:t>IMU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70">
                <a:latin typeface="Trebuchet MS"/>
                <a:cs typeface="Trebuchet MS"/>
              </a:rPr>
              <a:t>for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stable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00">
                <a:latin typeface="Trebuchet MS"/>
                <a:cs typeface="Trebuchet MS"/>
              </a:rPr>
              <a:t>navigation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and </a:t>
            </a:r>
            <a:r>
              <a:rPr dirty="0" sz="2800" spc="185">
                <a:latin typeface="Trebuchet MS"/>
                <a:cs typeface="Trebuchet MS"/>
              </a:rPr>
              <a:t>environmental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85">
                <a:latin typeface="Trebuchet MS"/>
                <a:cs typeface="Trebuchet MS"/>
              </a:rPr>
              <a:t>monitoring.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70">
                <a:latin typeface="Trebuchet MS"/>
                <a:cs typeface="Trebuchet MS"/>
              </a:rPr>
              <a:t>The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50">
                <a:latin typeface="Trebuchet MS"/>
                <a:cs typeface="Trebuchet MS"/>
              </a:rPr>
              <a:t>system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5554" y="6764188"/>
            <a:ext cx="7143115" cy="153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7900"/>
              </a:lnSpc>
              <a:spcBef>
                <a:spcPts val="95"/>
              </a:spcBef>
            </a:pPr>
            <a:r>
              <a:rPr dirty="0" sz="2800" spc="210">
                <a:latin typeface="Trebuchet MS"/>
                <a:cs typeface="Trebuchet MS"/>
              </a:rPr>
              <a:t>supports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315">
                <a:latin typeface="Trebuchet MS"/>
                <a:cs typeface="Trebuchet MS"/>
              </a:rPr>
              <a:t>real-</a:t>
            </a:r>
            <a:r>
              <a:rPr dirty="0" sz="2800" spc="215">
                <a:latin typeface="Trebuchet MS"/>
                <a:cs typeface="Trebuchet MS"/>
              </a:rPr>
              <a:t>time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65">
                <a:latin typeface="Trebuchet MS"/>
                <a:cs typeface="Trebuchet MS"/>
              </a:rPr>
              <a:t>data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50">
                <a:latin typeface="Trebuchet MS"/>
                <a:cs typeface="Trebuchet MS"/>
              </a:rPr>
              <a:t>streaming, </a:t>
            </a:r>
            <a:r>
              <a:rPr dirty="0" sz="2800" spc="155">
                <a:latin typeface="Trebuchet MS"/>
                <a:cs typeface="Trebuchet MS"/>
              </a:rPr>
              <a:t>secure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85">
                <a:latin typeface="Trebuchet MS"/>
                <a:cs typeface="Trebuchet MS"/>
              </a:rPr>
              <a:t>storage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310">
                <a:latin typeface="Trebuchet MS"/>
                <a:cs typeface="Trebuchet MS"/>
              </a:rPr>
              <a:t>in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a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90">
                <a:latin typeface="Trebuchet MS"/>
                <a:cs typeface="Trebuchet MS"/>
              </a:rPr>
              <a:t>MongoDB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20">
                <a:latin typeface="Trebuchet MS"/>
                <a:cs typeface="Trebuchet MS"/>
              </a:rPr>
              <a:t>database, </a:t>
            </a:r>
            <a:r>
              <a:rPr dirty="0" sz="2800" spc="215">
                <a:latin typeface="Trebuchet MS"/>
                <a:cs typeface="Trebuchet MS"/>
              </a:rPr>
              <a:t>and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20">
                <a:latin typeface="Trebuchet MS"/>
                <a:cs typeface="Trebuchet MS"/>
              </a:rPr>
              <a:t>remote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04">
                <a:latin typeface="Trebuchet MS"/>
                <a:cs typeface="Trebuchet MS"/>
              </a:rPr>
              <a:t>access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85">
                <a:latin typeface="Trebuchet MS"/>
                <a:cs typeface="Trebuchet MS"/>
              </a:rPr>
              <a:t>through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a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345">
                <a:latin typeface="Trebuchet MS"/>
                <a:cs typeface="Trebuchet MS"/>
              </a:rPr>
              <a:t>web-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30877" y="8273842"/>
            <a:ext cx="6312535" cy="1031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7920" marR="5080" indent="-1125855">
              <a:lnSpc>
                <a:spcPct val="117900"/>
              </a:lnSpc>
              <a:spcBef>
                <a:spcPts val="95"/>
              </a:spcBef>
            </a:pPr>
            <a:r>
              <a:rPr dirty="0" sz="2800" spc="220">
                <a:latin typeface="Trebuchet MS"/>
                <a:cs typeface="Trebuchet MS"/>
              </a:rPr>
              <a:t>based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210">
                <a:latin typeface="Trebuchet MS"/>
                <a:cs typeface="Trebuchet MS"/>
              </a:rPr>
              <a:t>dashboard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70">
                <a:latin typeface="Trebuchet MS"/>
                <a:cs typeface="Trebuchet MS"/>
              </a:rPr>
              <a:t>for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95">
                <a:latin typeface="Trebuchet MS"/>
                <a:cs typeface="Trebuchet MS"/>
              </a:rPr>
              <a:t>collaborative </a:t>
            </a:r>
            <a:r>
              <a:rPr dirty="0" sz="2800" spc="155">
                <a:latin typeface="Trebuchet MS"/>
                <a:cs typeface="Trebuchet MS"/>
              </a:rPr>
              <a:t>research</a:t>
            </a:r>
            <a:r>
              <a:rPr dirty="0" sz="2800" spc="95">
                <a:latin typeface="Trebuchet MS"/>
                <a:cs typeface="Trebuchet MS"/>
              </a:rPr>
              <a:t> </a:t>
            </a:r>
            <a:r>
              <a:rPr dirty="0" sz="2800" spc="215">
                <a:latin typeface="Trebuchet MS"/>
                <a:cs typeface="Trebuchet MS"/>
              </a:rPr>
              <a:t>and</a:t>
            </a:r>
            <a:r>
              <a:rPr dirty="0" sz="2800" spc="95">
                <a:latin typeface="Trebuchet MS"/>
                <a:cs typeface="Trebuchet MS"/>
              </a:rPr>
              <a:t> </a:t>
            </a:r>
            <a:r>
              <a:rPr dirty="0" sz="2800" spc="185">
                <a:latin typeface="Trebuchet MS"/>
                <a:cs typeface="Trebuchet MS"/>
              </a:rPr>
              <a:t>analysis.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883296" y="3215971"/>
            <a:ext cx="5570220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170">
                <a:latin typeface="Trebuchet MS"/>
                <a:cs typeface="Trebuchet MS"/>
              </a:rPr>
              <a:t>The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80">
                <a:latin typeface="Trebuchet MS"/>
                <a:cs typeface="Trebuchet MS"/>
              </a:rPr>
              <a:t>system’s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operation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15">
                <a:latin typeface="Trebuchet MS"/>
                <a:cs typeface="Trebuchet MS"/>
              </a:rPr>
              <a:t>time</a:t>
            </a:r>
            <a:r>
              <a:rPr dirty="0" sz="2800" spc="114">
                <a:latin typeface="Trebuchet MS"/>
                <a:cs typeface="Trebuchet MS"/>
              </a:rPr>
              <a:t> </a:t>
            </a:r>
            <a:r>
              <a:rPr dirty="0" sz="2800" spc="305">
                <a:latin typeface="Trebuchet MS"/>
                <a:cs typeface="Trebuchet MS"/>
              </a:rPr>
              <a:t>is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289656" y="3647301"/>
            <a:ext cx="6757034" cy="153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7900"/>
              </a:lnSpc>
              <a:spcBef>
                <a:spcPts val="95"/>
              </a:spcBef>
            </a:pPr>
            <a:r>
              <a:rPr dirty="0" sz="2800" spc="245">
                <a:latin typeface="Trebuchet MS"/>
                <a:cs typeface="Trebuchet MS"/>
              </a:rPr>
              <a:t>limited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204">
                <a:latin typeface="Trebuchet MS"/>
                <a:cs typeface="Trebuchet MS"/>
              </a:rPr>
              <a:t>by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45">
                <a:latin typeface="Trebuchet MS"/>
                <a:cs typeface="Trebuchet MS"/>
              </a:rPr>
              <a:t>battery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00">
                <a:latin typeface="Trebuchet MS"/>
                <a:cs typeface="Trebuchet MS"/>
              </a:rPr>
              <a:t>capacity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and </a:t>
            </a:r>
            <a:r>
              <a:rPr dirty="0" sz="2800" spc="195">
                <a:latin typeface="Trebuchet MS"/>
                <a:cs typeface="Trebuchet MS"/>
              </a:rPr>
              <a:t>power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35">
                <a:latin typeface="Trebuchet MS"/>
                <a:cs typeface="Trebuchet MS"/>
              </a:rPr>
              <a:t>usage.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95">
                <a:latin typeface="Trebuchet MS"/>
                <a:cs typeface="Trebuchet MS"/>
              </a:rPr>
              <a:t>Autonomous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navigation </a:t>
            </a:r>
            <a:r>
              <a:rPr dirty="0" sz="2800" spc="330">
                <a:latin typeface="Trebuchet MS"/>
                <a:cs typeface="Trebuchet MS"/>
              </a:rPr>
              <a:t>is</a:t>
            </a:r>
            <a:r>
              <a:rPr dirty="0" sz="2800" spc="95">
                <a:latin typeface="Trebuchet MS"/>
                <a:cs typeface="Trebuchet MS"/>
              </a:rPr>
              <a:t> </a:t>
            </a:r>
            <a:r>
              <a:rPr dirty="0" sz="2800" spc="229">
                <a:latin typeface="Trebuchet MS"/>
                <a:cs typeface="Trebuchet MS"/>
              </a:rPr>
              <a:t>confined</a:t>
            </a:r>
            <a:r>
              <a:rPr dirty="0" sz="2800" spc="100">
                <a:latin typeface="Trebuchet MS"/>
                <a:cs typeface="Trebuchet MS"/>
              </a:rPr>
              <a:t> </a:t>
            </a:r>
            <a:r>
              <a:rPr dirty="0" sz="2800" spc="155">
                <a:latin typeface="Trebuchet MS"/>
                <a:cs typeface="Trebuchet MS"/>
              </a:rPr>
              <a:t>to</a:t>
            </a:r>
            <a:r>
              <a:rPr dirty="0" sz="2800" spc="95">
                <a:latin typeface="Trebuchet MS"/>
                <a:cs typeface="Trebuchet MS"/>
              </a:rPr>
              <a:t> </a:t>
            </a:r>
            <a:r>
              <a:rPr dirty="0" sz="2800" spc="195">
                <a:latin typeface="Trebuchet MS"/>
                <a:cs typeface="Trebuchet MS"/>
              </a:rPr>
              <a:t>predefined</a:t>
            </a:r>
            <a:r>
              <a:rPr dirty="0" sz="2800" spc="100">
                <a:latin typeface="Trebuchet MS"/>
                <a:cs typeface="Trebuchet MS"/>
              </a:rPr>
              <a:t> </a:t>
            </a:r>
            <a:r>
              <a:rPr dirty="0" sz="2800" spc="170">
                <a:latin typeface="Trebuchet MS"/>
                <a:cs typeface="Trebuchet MS"/>
              </a:rPr>
              <a:t>paths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423463" y="5156954"/>
            <a:ext cx="6489700" cy="153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17900"/>
              </a:lnSpc>
              <a:spcBef>
                <a:spcPts val="95"/>
              </a:spcBef>
            </a:pPr>
            <a:r>
              <a:rPr dirty="0" sz="2800" spc="190">
                <a:latin typeface="Trebuchet MS"/>
                <a:cs typeface="Trebuchet MS"/>
              </a:rPr>
              <a:t>without</a:t>
            </a:r>
            <a:r>
              <a:rPr dirty="0" sz="2800" spc="125">
                <a:latin typeface="Trebuchet MS"/>
                <a:cs typeface="Trebuchet MS"/>
              </a:rPr>
              <a:t> </a:t>
            </a:r>
            <a:r>
              <a:rPr dirty="0" sz="2800" spc="185">
                <a:latin typeface="Trebuchet MS"/>
                <a:cs typeface="Trebuchet MS"/>
              </a:rPr>
              <a:t>advanced</a:t>
            </a:r>
            <a:r>
              <a:rPr dirty="0" sz="2800" spc="125">
                <a:latin typeface="Trebuchet MS"/>
                <a:cs typeface="Trebuchet MS"/>
              </a:rPr>
              <a:t> </a:t>
            </a:r>
            <a:r>
              <a:rPr dirty="0" sz="2800" spc="305">
                <a:latin typeface="Trebuchet MS"/>
                <a:cs typeface="Trebuchet MS"/>
              </a:rPr>
              <a:t>learning-</a:t>
            </a:r>
            <a:r>
              <a:rPr dirty="0" sz="2800" spc="200">
                <a:latin typeface="Trebuchet MS"/>
                <a:cs typeface="Trebuchet MS"/>
              </a:rPr>
              <a:t>based </a:t>
            </a:r>
            <a:r>
              <a:rPr dirty="0" sz="2800" spc="310">
                <a:latin typeface="Trebuchet MS"/>
                <a:cs typeface="Trebuchet MS"/>
              </a:rPr>
              <a:t>decision-</a:t>
            </a:r>
            <a:r>
              <a:rPr dirty="0" sz="2800" spc="175">
                <a:latin typeface="Trebuchet MS"/>
                <a:cs typeface="Trebuchet MS"/>
              </a:rPr>
              <a:t>making.</a:t>
            </a:r>
            <a:r>
              <a:rPr dirty="0" sz="2800" spc="120">
                <a:latin typeface="Trebuchet MS"/>
                <a:cs typeface="Trebuchet MS"/>
              </a:rPr>
              <a:t> </a:t>
            </a:r>
            <a:r>
              <a:rPr dirty="0" sz="2800" spc="160">
                <a:latin typeface="Trebuchet MS"/>
                <a:cs typeface="Trebuchet MS"/>
              </a:rPr>
              <a:t>Performance</a:t>
            </a:r>
            <a:r>
              <a:rPr dirty="0" sz="2800" spc="125">
                <a:latin typeface="Trebuchet MS"/>
                <a:cs typeface="Trebuchet MS"/>
              </a:rPr>
              <a:t> may </a:t>
            </a:r>
            <a:r>
              <a:rPr dirty="0" sz="2800" spc="195">
                <a:latin typeface="Trebuchet MS"/>
                <a:cs typeface="Trebuchet MS"/>
              </a:rPr>
              <a:t>be</a:t>
            </a:r>
            <a:r>
              <a:rPr dirty="0" sz="2800" spc="100">
                <a:latin typeface="Trebuchet MS"/>
                <a:cs typeface="Trebuchet MS"/>
              </a:rPr>
              <a:t> </a:t>
            </a:r>
            <a:r>
              <a:rPr dirty="0" sz="2800" spc="150">
                <a:latin typeface="Trebuchet MS"/>
                <a:cs typeface="Trebuchet MS"/>
              </a:rPr>
              <a:t>affected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204">
                <a:latin typeface="Trebuchet MS"/>
                <a:cs typeface="Trebuchet MS"/>
              </a:rPr>
              <a:t>by</a:t>
            </a:r>
            <a:r>
              <a:rPr dirty="0" sz="2800" spc="100">
                <a:latin typeface="Trebuchet MS"/>
                <a:cs typeface="Trebuchet MS"/>
              </a:rPr>
              <a:t> </a:t>
            </a:r>
            <a:r>
              <a:rPr dirty="0" sz="2800" spc="220">
                <a:latin typeface="Trebuchet MS"/>
                <a:cs typeface="Trebuchet MS"/>
              </a:rPr>
              <a:t>poor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155">
                <a:latin typeface="Trebuchet MS"/>
                <a:cs typeface="Trebuchet MS"/>
              </a:rPr>
              <a:t>network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357028" y="6738496"/>
            <a:ext cx="4622800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180">
                <a:latin typeface="Trebuchet MS"/>
                <a:cs typeface="Trebuchet MS"/>
              </a:rPr>
              <a:t>connectivity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215">
                <a:latin typeface="Trebuchet MS"/>
                <a:cs typeface="Trebuchet MS"/>
              </a:rPr>
              <a:t>and</a:t>
            </a:r>
            <a:r>
              <a:rPr dirty="0" sz="2800" spc="105">
                <a:latin typeface="Trebuchet MS"/>
                <a:cs typeface="Trebuchet MS"/>
              </a:rPr>
              <a:t> extreme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304960" y="7169825"/>
            <a:ext cx="6726555" cy="1031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18440">
              <a:lnSpc>
                <a:spcPct val="117900"/>
              </a:lnSpc>
              <a:spcBef>
                <a:spcPts val="95"/>
              </a:spcBef>
            </a:pPr>
            <a:r>
              <a:rPr dirty="0" sz="2800" spc="185">
                <a:latin typeface="Trebuchet MS"/>
                <a:cs typeface="Trebuchet MS"/>
              </a:rPr>
              <a:t>environmental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85">
                <a:latin typeface="Trebuchet MS"/>
                <a:cs typeface="Trebuchet MS"/>
              </a:rPr>
              <a:t>conditions,</a:t>
            </a:r>
            <a:r>
              <a:rPr dirty="0" sz="2800" spc="114">
                <a:latin typeface="Trebuchet MS"/>
                <a:cs typeface="Trebuchet MS"/>
              </a:rPr>
              <a:t> </a:t>
            </a:r>
            <a:r>
              <a:rPr dirty="0" sz="2800" spc="215">
                <a:latin typeface="Trebuchet MS"/>
                <a:cs typeface="Trebuchet MS"/>
              </a:rPr>
              <a:t>and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14">
                <a:latin typeface="Trebuchet MS"/>
                <a:cs typeface="Trebuchet MS"/>
              </a:rPr>
              <a:t>the </a:t>
            </a:r>
            <a:r>
              <a:rPr dirty="0" sz="2800" spc="180">
                <a:latin typeface="Trebuchet MS"/>
                <a:cs typeface="Trebuchet MS"/>
              </a:rPr>
              <a:t>payload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00">
                <a:latin typeface="Trebuchet MS"/>
                <a:cs typeface="Trebuchet MS"/>
              </a:rPr>
              <a:t>capacity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330">
                <a:latin typeface="Trebuchet MS"/>
                <a:cs typeface="Trebuchet MS"/>
              </a:rPr>
              <a:t>is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65">
                <a:latin typeface="Trebuchet MS"/>
                <a:cs typeface="Trebuchet MS"/>
              </a:rPr>
              <a:t>restricted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204">
                <a:latin typeface="Trebuchet MS"/>
                <a:cs typeface="Trebuchet MS"/>
              </a:rPr>
              <a:t>by</a:t>
            </a:r>
            <a:r>
              <a:rPr dirty="0" sz="2800" spc="110">
                <a:latin typeface="Trebuchet MS"/>
                <a:cs typeface="Trebuchet MS"/>
              </a:rPr>
              <a:t> </a:t>
            </a:r>
            <a:r>
              <a:rPr dirty="0" sz="2800" spc="114">
                <a:latin typeface="Trebuchet MS"/>
                <a:cs typeface="Trebuchet MS"/>
              </a:rPr>
              <a:t>the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196403" y="8248150"/>
            <a:ext cx="4944110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250">
                <a:latin typeface="Trebuchet MS"/>
                <a:cs typeface="Trebuchet MS"/>
              </a:rPr>
              <a:t>physical</a:t>
            </a:r>
            <a:r>
              <a:rPr dirty="0" sz="2800" spc="100">
                <a:latin typeface="Trebuchet MS"/>
                <a:cs typeface="Trebuchet MS"/>
              </a:rPr>
              <a:t> </a:t>
            </a:r>
            <a:r>
              <a:rPr dirty="0" sz="2800" spc="210">
                <a:latin typeface="Trebuchet MS"/>
                <a:cs typeface="Trebuchet MS"/>
              </a:rPr>
              <a:t>constraints</a:t>
            </a:r>
            <a:r>
              <a:rPr dirty="0" sz="2800" spc="105">
                <a:latin typeface="Trebuchet MS"/>
                <a:cs typeface="Trebuchet MS"/>
              </a:rPr>
              <a:t> </a:t>
            </a:r>
            <a:r>
              <a:rPr dirty="0" sz="2800" spc="200">
                <a:latin typeface="Trebuchet MS"/>
                <a:cs typeface="Trebuchet MS"/>
              </a:rPr>
              <a:t>of</a:t>
            </a:r>
            <a:r>
              <a:rPr dirty="0" sz="2800" spc="100">
                <a:latin typeface="Trebuchet MS"/>
                <a:cs typeface="Trebuchet MS"/>
              </a:rPr>
              <a:t> </a:t>
            </a:r>
            <a:r>
              <a:rPr dirty="0" sz="2800" spc="114">
                <a:latin typeface="Trebuchet MS"/>
                <a:cs typeface="Trebuchet MS"/>
              </a:rPr>
              <a:t>the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775721" y="8751368"/>
            <a:ext cx="3785235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195">
                <a:latin typeface="Trebuchet MS"/>
                <a:cs typeface="Trebuchet MS"/>
              </a:rPr>
              <a:t>quadruped</a:t>
            </a:r>
            <a:r>
              <a:rPr dirty="0" sz="2800" spc="135">
                <a:latin typeface="Trebuchet MS"/>
                <a:cs typeface="Trebuchet MS"/>
              </a:rPr>
              <a:t> </a:t>
            </a:r>
            <a:r>
              <a:rPr dirty="0" sz="2800" spc="140">
                <a:latin typeface="Trebuchet MS"/>
                <a:cs typeface="Trebuchet MS"/>
              </a:rPr>
              <a:t>platform.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141643" y="425450"/>
            <a:ext cx="400494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720">
                <a:latin typeface="Verdana"/>
                <a:cs typeface="Verdana"/>
              </a:rPr>
              <a:t>SCOPE</a:t>
            </a:r>
            <a:r>
              <a:rPr dirty="0" sz="6000" spc="-415">
                <a:latin typeface="Verdana"/>
                <a:cs typeface="Verdana"/>
              </a:rPr>
              <a:t> </a:t>
            </a:r>
            <a:r>
              <a:rPr dirty="0" sz="6000" spc="1080">
                <a:latin typeface="Verdana"/>
                <a:cs typeface="Verdana"/>
              </a:rPr>
              <a:t>&amp;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004597" y="1263650"/>
            <a:ext cx="60655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590">
                <a:latin typeface="Verdana"/>
                <a:cs typeface="Verdana"/>
              </a:rPr>
              <a:t>LIMITATIONS</a:t>
            </a:r>
            <a:endParaRPr sz="6000">
              <a:latin typeface="Verdana"/>
              <a:cs typeface="Verdan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8919" y="1279395"/>
            <a:ext cx="1507947" cy="122371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67358" y="1296944"/>
            <a:ext cx="1601798" cy="1206175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9143956" y="2827134"/>
            <a:ext cx="0" cy="6772909"/>
          </a:xfrm>
          <a:custGeom>
            <a:avLst/>
            <a:gdLst/>
            <a:ahLst/>
            <a:cxnLst/>
            <a:rect l="l" t="t" r="r" b="b"/>
            <a:pathLst>
              <a:path w="0" h="6772909">
                <a:moveTo>
                  <a:pt x="0" y="0"/>
                </a:moveTo>
                <a:lnTo>
                  <a:pt x="0" y="6772807"/>
                </a:lnTo>
              </a:path>
            </a:pathLst>
          </a:custGeom>
          <a:ln w="66674">
            <a:solidFill>
              <a:srgbClr val="CFB5E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85134" y="2195817"/>
            <a:ext cx="8371840" cy="7059295"/>
            <a:chOff x="885134" y="2195817"/>
            <a:chExt cx="8371840" cy="70592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134" y="2195817"/>
              <a:ext cx="3981449" cy="39814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9165" y="4187333"/>
              <a:ext cx="5067299" cy="5067299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9524598" y="2006746"/>
            <a:ext cx="8763635" cy="8280400"/>
            <a:chOff x="9524598" y="2006746"/>
            <a:chExt cx="8763635" cy="82804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4598" y="2006746"/>
              <a:ext cx="4686299" cy="46862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37390" y="4709275"/>
              <a:ext cx="5750608" cy="55777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06" rIns="0" bIns="0" rtlCol="0" vert="horz">
            <a:spAutoFit/>
          </a:bodyPr>
          <a:lstStyle/>
          <a:p>
            <a:pPr marL="1445260">
              <a:lnSpc>
                <a:spcPct val="100000"/>
              </a:lnSpc>
              <a:spcBef>
                <a:spcPts val="100"/>
              </a:spcBef>
            </a:pPr>
            <a:r>
              <a:rPr dirty="0" sz="6000" spc="520">
                <a:latin typeface="Verdana"/>
                <a:cs typeface="Verdana"/>
              </a:rPr>
              <a:t>3D</a:t>
            </a:r>
            <a:r>
              <a:rPr dirty="0" sz="6000" spc="-425">
                <a:latin typeface="Verdana"/>
                <a:cs typeface="Verdana"/>
              </a:rPr>
              <a:t> </a:t>
            </a:r>
            <a:r>
              <a:rPr dirty="0" sz="6000" spc="645">
                <a:latin typeface="Verdana"/>
                <a:cs typeface="Verdana"/>
              </a:rPr>
              <a:t>STRUCTURE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64280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37053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313387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786161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62494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35268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0" y="9700216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0" y="8176549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6652883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0" y="5125656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0" y="3598430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0" y="2074764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4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0" y="547537"/>
            <a:ext cx="9142095" cy="36195"/>
          </a:xfrm>
          <a:custGeom>
            <a:avLst/>
            <a:gdLst/>
            <a:ahLst/>
            <a:cxnLst/>
            <a:rect l="l" t="t" r="r" b="b"/>
            <a:pathLst>
              <a:path w="9142095" h="36195">
                <a:moveTo>
                  <a:pt x="0" y="35599"/>
                </a:moveTo>
                <a:lnTo>
                  <a:pt x="0" y="0"/>
                </a:lnTo>
                <a:lnTo>
                  <a:pt x="9141532" y="0"/>
                </a:lnTo>
                <a:lnTo>
                  <a:pt x="9141532" y="35599"/>
                </a:lnTo>
                <a:lnTo>
                  <a:pt x="0" y="35599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7517047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5993378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466152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4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2942486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415260" y="0"/>
            <a:ext cx="36195" cy="10287000"/>
          </a:xfrm>
          <a:custGeom>
            <a:avLst/>
            <a:gdLst/>
            <a:ahLst/>
            <a:cxnLst/>
            <a:rect l="l" t="t" r="r" b="b"/>
            <a:pathLst>
              <a:path w="36195" h="10287000">
                <a:moveTo>
                  <a:pt x="0" y="0"/>
                </a:moveTo>
                <a:lnTo>
                  <a:pt x="35599" y="0"/>
                </a:lnTo>
                <a:lnTo>
                  <a:pt x="355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9143987" y="11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9144000" y="547535"/>
                </a:moveTo>
                <a:lnTo>
                  <a:pt x="779640" y="547535"/>
                </a:lnTo>
                <a:lnTo>
                  <a:pt x="779640" y="0"/>
                </a:lnTo>
                <a:lnTo>
                  <a:pt x="744042" y="0"/>
                </a:lnTo>
                <a:lnTo>
                  <a:pt x="744042" y="547535"/>
                </a:lnTo>
                <a:lnTo>
                  <a:pt x="0" y="547535"/>
                </a:lnTo>
                <a:lnTo>
                  <a:pt x="0" y="583133"/>
                </a:lnTo>
                <a:lnTo>
                  <a:pt x="744042" y="583133"/>
                </a:lnTo>
                <a:lnTo>
                  <a:pt x="744042" y="2074760"/>
                </a:lnTo>
                <a:lnTo>
                  <a:pt x="0" y="2074760"/>
                </a:lnTo>
                <a:lnTo>
                  <a:pt x="0" y="2110359"/>
                </a:lnTo>
                <a:lnTo>
                  <a:pt x="744042" y="2110359"/>
                </a:lnTo>
                <a:lnTo>
                  <a:pt x="744042" y="3598430"/>
                </a:lnTo>
                <a:lnTo>
                  <a:pt x="0" y="3598430"/>
                </a:lnTo>
                <a:lnTo>
                  <a:pt x="0" y="3634028"/>
                </a:lnTo>
                <a:lnTo>
                  <a:pt x="744042" y="3634028"/>
                </a:lnTo>
                <a:lnTo>
                  <a:pt x="744042" y="5125656"/>
                </a:lnTo>
                <a:lnTo>
                  <a:pt x="0" y="5125656"/>
                </a:lnTo>
                <a:lnTo>
                  <a:pt x="0" y="5161254"/>
                </a:lnTo>
                <a:lnTo>
                  <a:pt x="744042" y="5161254"/>
                </a:lnTo>
                <a:lnTo>
                  <a:pt x="744042" y="6652882"/>
                </a:lnTo>
                <a:lnTo>
                  <a:pt x="0" y="6652882"/>
                </a:lnTo>
                <a:lnTo>
                  <a:pt x="0" y="6688480"/>
                </a:lnTo>
                <a:lnTo>
                  <a:pt x="744042" y="6688480"/>
                </a:lnTo>
                <a:lnTo>
                  <a:pt x="744042" y="8176539"/>
                </a:lnTo>
                <a:lnTo>
                  <a:pt x="0" y="8176539"/>
                </a:lnTo>
                <a:lnTo>
                  <a:pt x="0" y="8212150"/>
                </a:lnTo>
                <a:lnTo>
                  <a:pt x="744042" y="8212150"/>
                </a:lnTo>
                <a:lnTo>
                  <a:pt x="744042" y="9700209"/>
                </a:lnTo>
                <a:lnTo>
                  <a:pt x="0" y="9700209"/>
                </a:lnTo>
                <a:lnTo>
                  <a:pt x="0" y="9735807"/>
                </a:lnTo>
                <a:lnTo>
                  <a:pt x="744042" y="9735807"/>
                </a:lnTo>
                <a:lnTo>
                  <a:pt x="744042" y="10286987"/>
                </a:lnTo>
                <a:lnTo>
                  <a:pt x="779640" y="10286987"/>
                </a:lnTo>
                <a:lnTo>
                  <a:pt x="779640" y="9735807"/>
                </a:lnTo>
                <a:lnTo>
                  <a:pt x="9144000" y="9735807"/>
                </a:lnTo>
                <a:lnTo>
                  <a:pt x="9144000" y="9700209"/>
                </a:lnTo>
                <a:lnTo>
                  <a:pt x="779640" y="9700209"/>
                </a:lnTo>
                <a:lnTo>
                  <a:pt x="779640" y="8212150"/>
                </a:lnTo>
                <a:lnTo>
                  <a:pt x="9144000" y="8212150"/>
                </a:lnTo>
                <a:lnTo>
                  <a:pt x="9144000" y="8176539"/>
                </a:lnTo>
                <a:lnTo>
                  <a:pt x="779640" y="8176539"/>
                </a:lnTo>
                <a:lnTo>
                  <a:pt x="779640" y="6688480"/>
                </a:lnTo>
                <a:lnTo>
                  <a:pt x="9144000" y="6688480"/>
                </a:lnTo>
                <a:lnTo>
                  <a:pt x="9144000" y="6652882"/>
                </a:lnTo>
                <a:lnTo>
                  <a:pt x="779640" y="6652882"/>
                </a:lnTo>
                <a:lnTo>
                  <a:pt x="779640" y="5161254"/>
                </a:lnTo>
                <a:lnTo>
                  <a:pt x="9144000" y="5161254"/>
                </a:lnTo>
                <a:lnTo>
                  <a:pt x="9144000" y="5125656"/>
                </a:lnTo>
                <a:lnTo>
                  <a:pt x="779640" y="5125656"/>
                </a:lnTo>
                <a:lnTo>
                  <a:pt x="779640" y="3634028"/>
                </a:lnTo>
                <a:lnTo>
                  <a:pt x="9144000" y="3634028"/>
                </a:lnTo>
                <a:lnTo>
                  <a:pt x="9144000" y="3598430"/>
                </a:lnTo>
                <a:lnTo>
                  <a:pt x="779640" y="3598430"/>
                </a:lnTo>
                <a:lnTo>
                  <a:pt x="779640" y="2110359"/>
                </a:lnTo>
                <a:lnTo>
                  <a:pt x="9144000" y="2110359"/>
                </a:lnTo>
                <a:lnTo>
                  <a:pt x="9144000" y="2074760"/>
                </a:lnTo>
                <a:lnTo>
                  <a:pt x="779640" y="2074760"/>
                </a:lnTo>
                <a:lnTo>
                  <a:pt x="779640" y="583133"/>
                </a:lnTo>
                <a:lnTo>
                  <a:pt x="9144000" y="583133"/>
                </a:lnTo>
                <a:lnTo>
                  <a:pt x="9144000" y="547535"/>
                </a:lnTo>
                <a:close/>
              </a:path>
            </a:pathLst>
          </a:custGeom>
          <a:solidFill>
            <a:srgbClr val="E1D3C3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334" y="6004262"/>
            <a:ext cx="2200274" cy="1371599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3693474" y="1485900"/>
            <a:ext cx="8345805" cy="3660775"/>
            <a:chOff x="3693474" y="1485900"/>
            <a:chExt cx="8345805" cy="3660775"/>
          </a:xfrm>
        </p:grpSpPr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3474" y="1485900"/>
              <a:ext cx="1866899" cy="103822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3516" y="2011615"/>
              <a:ext cx="4629150" cy="153352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0980" y="3317382"/>
              <a:ext cx="4457699" cy="1828799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4643994" y="2408521"/>
            <a:ext cx="12860655" cy="7813040"/>
            <a:chOff x="4643994" y="2408521"/>
            <a:chExt cx="12860655" cy="7813040"/>
          </a:xfrm>
        </p:grpSpPr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53746" y="6407296"/>
              <a:ext cx="3790949" cy="266699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05694" y="4953000"/>
              <a:ext cx="4324350" cy="204787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42178" y="8792644"/>
              <a:ext cx="4562474" cy="1428749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663044" y="2427571"/>
              <a:ext cx="668020" cy="4250055"/>
            </a:xfrm>
            <a:custGeom>
              <a:avLst/>
              <a:gdLst/>
              <a:ahLst/>
              <a:cxnLst/>
              <a:rect l="l" t="t" r="r" b="b"/>
              <a:pathLst>
                <a:path w="668020" h="4250055">
                  <a:moveTo>
                    <a:pt x="544323" y="4249938"/>
                  </a:moveTo>
                  <a:lnTo>
                    <a:pt x="605873" y="4249938"/>
                  </a:lnTo>
                  <a:lnTo>
                    <a:pt x="629830" y="4245101"/>
                  </a:lnTo>
                  <a:lnTo>
                    <a:pt x="649395" y="4231911"/>
                  </a:lnTo>
                  <a:lnTo>
                    <a:pt x="662585" y="4212346"/>
                  </a:lnTo>
                  <a:lnTo>
                    <a:pt x="667422" y="4188389"/>
                  </a:lnTo>
                  <a:lnTo>
                    <a:pt x="667422" y="2949640"/>
                  </a:lnTo>
                  <a:lnTo>
                    <a:pt x="662778" y="2903569"/>
                  </a:lnTo>
                  <a:lnTo>
                    <a:pt x="649458" y="2860658"/>
                  </a:lnTo>
                  <a:lnTo>
                    <a:pt x="628381" y="2821827"/>
                  </a:lnTo>
                  <a:lnTo>
                    <a:pt x="600467" y="2787995"/>
                  </a:lnTo>
                  <a:lnTo>
                    <a:pt x="566635" y="2760081"/>
                  </a:lnTo>
                  <a:lnTo>
                    <a:pt x="527804" y="2739004"/>
                  </a:lnTo>
                  <a:lnTo>
                    <a:pt x="484893" y="2725684"/>
                  </a:lnTo>
                  <a:lnTo>
                    <a:pt x="438822" y="2721040"/>
                  </a:lnTo>
                  <a:lnTo>
                    <a:pt x="228599" y="2721040"/>
                  </a:lnTo>
                  <a:lnTo>
                    <a:pt x="182529" y="2716395"/>
                  </a:lnTo>
                  <a:lnTo>
                    <a:pt x="139618" y="2703075"/>
                  </a:lnTo>
                  <a:lnTo>
                    <a:pt x="100787" y="2681998"/>
                  </a:lnTo>
                  <a:lnTo>
                    <a:pt x="66955" y="2654084"/>
                  </a:lnTo>
                  <a:lnTo>
                    <a:pt x="39041" y="2620252"/>
                  </a:lnTo>
                  <a:lnTo>
                    <a:pt x="17964" y="2581421"/>
                  </a:lnTo>
                  <a:lnTo>
                    <a:pt x="4644" y="2538511"/>
                  </a:lnTo>
                  <a:lnTo>
                    <a:pt x="0" y="2492440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190223" y="2771411"/>
              <a:ext cx="476250" cy="3900170"/>
            </a:xfrm>
            <a:custGeom>
              <a:avLst/>
              <a:gdLst/>
              <a:ahLst/>
              <a:cxnLst/>
              <a:rect l="l" t="t" r="r" b="b"/>
              <a:pathLst>
                <a:path w="476250" h="3900170">
                  <a:moveTo>
                    <a:pt x="0" y="3900119"/>
                  </a:moveTo>
                  <a:lnTo>
                    <a:pt x="70121" y="3900119"/>
                  </a:lnTo>
                  <a:lnTo>
                    <a:pt x="97416" y="3894608"/>
                  </a:lnTo>
                  <a:lnTo>
                    <a:pt x="119705" y="3879580"/>
                  </a:lnTo>
                  <a:lnTo>
                    <a:pt x="134733" y="3857291"/>
                  </a:lnTo>
                  <a:lnTo>
                    <a:pt x="140243" y="3829997"/>
                  </a:lnTo>
                  <a:lnTo>
                    <a:pt x="140243" y="167811"/>
                  </a:lnTo>
                  <a:lnTo>
                    <a:pt x="146238" y="123200"/>
                  </a:lnTo>
                  <a:lnTo>
                    <a:pt x="163155" y="83113"/>
                  </a:lnTo>
                  <a:lnTo>
                    <a:pt x="189394" y="49150"/>
                  </a:lnTo>
                  <a:lnTo>
                    <a:pt x="223357" y="22911"/>
                  </a:lnTo>
                  <a:lnTo>
                    <a:pt x="263444" y="5994"/>
                  </a:lnTo>
                  <a:lnTo>
                    <a:pt x="308055" y="0"/>
                  </a:lnTo>
                  <a:lnTo>
                    <a:pt x="47586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190223" y="4294231"/>
              <a:ext cx="2465070" cy="2383790"/>
            </a:xfrm>
            <a:custGeom>
              <a:avLst/>
              <a:gdLst/>
              <a:ahLst/>
              <a:cxnLst/>
              <a:rect l="l" t="t" r="r" b="b"/>
              <a:pathLst>
                <a:path w="2465070" h="2383790">
                  <a:moveTo>
                    <a:pt x="0" y="2383279"/>
                  </a:moveTo>
                  <a:lnTo>
                    <a:pt x="70121" y="2383279"/>
                  </a:lnTo>
                  <a:lnTo>
                    <a:pt x="97416" y="2377768"/>
                  </a:lnTo>
                  <a:lnTo>
                    <a:pt x="119705" y="2362741"/>
                  </a:lnTo>
                  <a:lnTo>
                    <a:pt x="134733" y="2340452"/>
                  </a:lnTo>
                  <a:lnTo>
                    <a:pt x="140243" y="2313157"/>
                  </a:lnTo>
                  <a:lnTo>
                    <a:pt x="140243" y="228599"/>
                  </a:lnTo>
                  <a:lnTo>
                    <a:pt x="144888" y="182529"/>
                  </a:lnTo>
                  <a:lnTo>
                    <a:pt x="158208" y="139618"/>
                  </a:lnTo>
                  <a:lnTo>
                    <a:pt x="179285" y="100787"/>
                  </a:lnTo>
                  <a:lnTo>
                    <a:pt x="207199" y="66955"/>
                  </a:lnTo>
                  <a:lnTo>
                    <a:pt x="241031" y="39041"/>
                  </a:lnTo>
                  <a:lnTo>
                    <a:pt x="279862" y="17964"/>
                  </a:lnTo>
                  <a:lnTo>
                    <a:pt x="322773" y="4644"/>
                  </a:lnTo>
                  <a:lnTo>
                    <a:pt x="368843" y="0"/>
                  </a:lnTo>
                  <a:lnTo>
                    <a:pt x="2465052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207368" y="6004262"/>
              <a:ext cx="4646930" cy="673735"/>
            </a:xfrm>
            <a:custGeom>
              <a:avLst/>
              <a:gdLst/>
              <a:ahLst/>
              <a:cxnLst/>
              <a:rect l="l" t="t" r="r" b="b"/>
              <a:pathLst>
                <a:path w="4646930" h="673734">
                  <a:moveTo>
                    <a:pt x="0" y="673247"/>
                  </a:moveTo>
                  <a:lnTo>
                    <a:pt x="61549" y="673247"/>
                  </a:lnTo>
                  <a:lnTo>
                    <a:pt x="85507" y="668410"/>
                  </a:lnTo>
                  <a:lnTo>
                    <a:pt x="105071" y="655220"/>
                  </a:lnTo>
                  <a:lnTo>
                    <a:pt x="118262" y="635656"/>
                  </a:lnTo>
                  <a:lnTo>
                    <a:pt x="123098" y="611698"/>
                  </a:lnTo>
                  <a:lnTo>
                    <a:pt x="123098" y="237742"/>
                  </a:lnTo>
                  <a:lnTo>
                    <a:pt x="127743" y="191671"/>
                  </a:lnTo>
                  <a:lnTo>
                    <a:pt x="141063" y="148760"/>
                  </a:lnTo>
                  <a:lnTo>
                    <a:pt x="162140" y="109929"/>
                  </a:lnTo>
                  <a:lnTo>
                    <a:pt x="190054" y="76097"/>
                  </a:lnTo>
                  <a:lnTo>
                    <a:pt x="223886" y="48183"/>
                  </a:lnTo>
                  <a:lnTo>
                    <a:pt x="262717" y="27106"/>
                  </a:lnTo>
                  <a:lnTo>
                    <a:pt x="305627" y="13786"/>
                  </a:lnTo>
                  <a:lnTo>
                    <a:pt x="351698" y="9142"/>
                  </a:lnTo>
                  <a:lnTo>
                    <a:pt x="4641928" y="9142"/>
                  </a:lnTo>
                  <a:lnTo>
                    <a:pt x="4644453" y="9142"/>
                  </a:lnTo>
                  <a:lnTo>
                    <a:pt x="4646499" y="7095"/>
                  </a:lnTo>
                  <a:lnTo>
                    <a:pt x="4646499" y="4571"/>
                  </a:lnTo>
                  <a:lnTo>
                    <a:pt x="464649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190223" y="6690580"/>
              <a:ext cx="7861934" cy="2962275"/>
            </a:xfrm>
            <a:custGeom>
              <a:avLst/>
              <a:gdLst/>
              <a:ahLst/>
              <a:cxnLst/>
              <a:rect l="l" t="t" r="r" b="b"/>
              <a:pathLst>
                <a:path w="7861934" h="2962275">
                  <a:moveTo>
                    <a:pt x="0" y="0"/>
                  </a:moveTo>
                  <a:lnTo>
                    <a:pt x="70121" y="0"/>
                  </a:lnTo>
                  <a:lnTo>
                    <a:pt x="97416" y="5510"/>
                  </a:lnTo>
                  <a:lnTo>
                    <a:pt x="119705" y="20538"/>
                  </a:lnTo>
                  <a:lnTo>
                    <a:pt x="134733" y="42827"/>
                  </a:lnTo>
                  <a:lnTo>
                    <a:pt x="140243" y="70121"/>
                  </a:lnTo>
                  <a:lnTo>
                    <a:pt x="140243" y="820585"/>
                  </a:lnTo>
                  <a:lnTo>
                    <a:pt x="144888" y="866656"/>
                  </a:lnTo>
                  <a:lnTo>
                    <a:pt x="158208" y="909567"/>
                  </a:lnTo>
                  <a:lnTo>
                    <a:pt x="179285" y="948398"/>
                  </a:lnTo>
                  <a:lnTo>
                    <a:pt x="207199" y="982230"/>
                  </a:lnTo>
                  <a:lnTo>
                    <a:pt x="241031" y="1010144"/>
                  </a:lnTo>
                  <a:lnTo>
                    <a:pt x="279862" y="1031221"/>
                  </a:lnTo>
                  <a:lnTo>
                    <a:pt x="322773" y="1044541"/>
                  </a:lnTo>
                  <a:lnTo>
                    <a:pt x="368843" y="1049185"/>
                  </a:lnTo>
                  <a:lnTo>
                    <a:pt x="6678951" y="1049185"/>
                  </a:lnTo>
                </a:path>
                <a:path w="7861934" h="2962275">
                  <a:moveTo>
                    <a:pt x="0" y="0"/>
                  </a:moveTo>
                  <a:lnTo>
                    <a:pt x="70121" y="0"/>
                  </a:lnTo>
                  <a:lnTo>
                    <a:pt x="97416" y="5510"/>
                  </a:lnTo>
                  <a:lnTo>
                    <a:pt x="119705" y="20538"/>
                  </a:lnTo>
                  <a:lnTo>
                    <a:pt x="134733" y="42827"/>
                  </a:lnTo>
                  <a:lnTo>
                    <a:pt x="140243" y="70121"/>
                  </a:lnTo>
                  <a:lnTo>
                    <a:pt x="140243" y="2733357"/>
                  </a:lnTo>
                  <a:lnTo>
                    <a:pt x="144888" y="2779428"/>
                  </a:lnTo>
                  <a:lnTo>
                    <a:pt x="158208" y="2822339"/>
                  </a:lnTo>
                  <a:lnTo>
                    <a:pt x="179285" y="2861170"/>
                  </a:lnTo>
                  <a:lnTo>
                    <a:pt x="207199" y="2895002"/>
                  </a:lnTo>
                  <a:lnTo>
                    <a:pt x="241031" y="2922916"/>
                  </a:lnTo>
                  <a:lnTo>
                    <a:pt x="279862" y="2943993"/>
                  </a:lnTo>
                  <a:lnTo>
                    <a:pt x="322773" y="2957313"/>
                  </a:lnTo>
                  <a:lnTo>
                    <a:pt x="368843" y="2961957"/>
                  </a:lnTo>
                  <a:lnTo>
                    <a:pt x="7861498" y="296195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06" rIns="0" bIns="0" rtlCol="0" vert="horz">
            <a:spAutoFit/>
          </a:bodyPr>
          <a:lstStyle/>
          <a:p>
            <a:pPr marL="1271905">
              <a:lnSpc>
                <a:spcPct val="100000"/>
              </a:lnSpc>
              <a:spcBef>
                <a:spcPts val="100"/>
              </a:spcBef>
            </a:pPr>
            <a:r>
              <a:rPr dirty="0" sz="6000" spc="910">
                <a:latin typeface="Verdana"/>
                <a:cs typeface="Verdana"/>
              </a:rPr>
              <a:t>METHODOLOGY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6510" y="1581758"/>
            <a:ext cx="13192124" cy="87052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0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840">
                <a:latin typeface="Verdana"/>
                <a:cs typeface="Verdana"/>
              </a:rPr>
              <a:t>PROJECT</a:t>
            </a:r>
            <a:r>
              <a:rPr dirty="0" sz="6000" spc="-415">
                <a:latin typeface="Verdana"/>
                <a:cs typeface="Verdana"/>
              </a:rPr>
              <a:t> </a:t>
            </a:r>
            <a:r>
              <a:rPr dirty="0" sz="6000" spc="805">
                <a:latin typeface="Verdana"/>
                <a:cs typeface="Verdana"/>
              </a:rPr>
              <a:t>TIMEFRAME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81386" y="666175"/>
            <a:ext cx="3025140" cy="716280"/>
          </a:xfrm>
          <a:custGeom>
            <a:avLst/>
            <a:gdLst/>
            <a:ahLst/>
            <a:cxnLst/>
            <a:rect l="l" t="t" r="r" b="b"/>
            <a:pathLst>
              <a:path w="3025140" h="716280">
                <a:moveTo>
                  <a:pt x="2666583" y="716115"/>
                </a:moveTo>
                <a:lnTo>
                  <a:pt x="358057" y="716115"/>
                </a:lnTo>
                <a:lnTo>
                  <a:pt x="309471" y="712846"/>
                </a:lnTo>
                <a:lnTo>
                  <a:pt x="262871" y="703325"/>
                </a:lnTo>
                <a:lnTo>
                  <a:pt x="218685" y="687977"/>
                </a:lnTo>
                <a:lnTo>
                  <a:pt x="177339" y="667230"/>
                </a:lnTo>
                <a:lnTo>
                  <a:pt x="139259" y="641509"/>
                </a:lnTo>
                <a:lnTo>
                  <a:pt x="104872" y="611242"/>
                </a:lnTo>
                <a:lnTo>
                  <a:pt x="74605" y="576856"/>
                </a:lnTo>
                <a:lnTo>
                  <a:pt x="48885" y="538776"/>
                </a:lnTo>
                <a:lnTo>
                  <a:pt x="28137" y="497430"/>
                </a:lnTo>
                <a:lnTo>
                  <a:pt x="12790" y="453243"/>
                </a:lnTo>
                <a:lnTo>
                  <a:pt x="3268" y="406644"/>
                </a:lnTo>
                <a:lnTo>
                  <a:pt x="0" y="358057"/>
                </a:lnTo>
                <a:lnTo>
                  <a:pt x="3268" y="309471"/>
                </a:lnTo>
                <a:lnTo>
                  <a:pt x="12790" y="262871"/>
                </a:lnTo>
                <a:lnTo>
                  <a:pt x="28137" y="218685"/>
                </a:lnTo>
                <a:lnTo>
                  <a:pt x="48885" y="177339"/>
                </a:lnTo>
                <a:lnTo>
                  <a:pt x="74605" y="139259"/>
                </a:lnTo>
                <a:lnTo>
                  <a:pt x="104872" y="104872"/>
                </a:lnTo>
                <a:lnTo>
                  <a:pt x="139259" y="74605"/>
                </a:lnTo>
                <a:lnTo>
                  <a:pt x="177339" y="48885"/>
                </a:lnTo>
                <a:lnTo>
                  <a:pt x="218685" y="28137"/>
                </a:lnTo>
                <a:lnTo>
                  <a:pt x="262871" y="12790"/>
                </a:lnTo>
                <a:lnTo>
                  <a:pt x="309471" y="3268"/>
                </a:lnTo>
                <a:lnTo>
                  <a:pt x="358057" y="0"/>
                </a:lnTo>
                <a:lnTo>
                  <a:pt x="2666583" y="0"/>
                </a:lnTo>
                <a:lnTo>
                  <a:pt x="2715169" y="3268"/>
                </a:lnTo>
                <a:lnTo>
                  <a:pt x="2761769" y="12790"/>
                </a:lnTo>
                <a:lnTo>
                  <a:pt x="2805955" y="28137"/>
                </a:lnTo>
                <a:lnTo>
                  <a:pt x="2847302" y="48885"/>
                </a:lnTo>
                <a:lnTo>
                  <a:pt x="2885382" y="74605"/>
                </a:lnTo>
                <a:lnTo>
                  <a:pt x="2919768" y="104872"/>
                </a:lnTo>
                <a:lnTo>
                  <a:pt x="2950035" y="139259"/>
                </a:lnTo>
                <a:lnTo>
                  <a:pt x="2975755" y="177339"/>
                </a:lnTo>
                <a:lnTo>
                  <a:pt x="2996503" y="218685"/>
                </a:lnTo>
                <a:lnTo>
                  <a:pt x="3011851" y="262871"/>
                </a:lnTo>
                <a:lnTo>
                  <a:pt x="3021372" y="309471"/>
                </a:lnTo>
                <a:lnTo>
                  <a:pt x="3024641" y="358057"/>
                </a:lnTo>
                <a:lnTo>
                  <a:pt x="3021372" y="406644"/>
                </a:lnTo>
                <a:lnTo>
                  <a:pt x="3011851" y="453243"/>
                </a:lnTo>
                <a:lnTo>
                  <a:pt x="2996503" y="497430"/>
                </a:lnTo>
                <a:lnTo>
                  <a:pt x="2975755" y="538776"/>
                </a:lnTo>
                <a:lnTo>
                  <a:pt x="2950035" y="576856"/>
                </a:lnTo>
                <a:lnTo>
                  <a:pt x="2919768" y="611242"/>
                </a:lnTo>
                <a:lnTo>
                  <a:pt x="2885382" y="641509"/>
                </a:lnTo>
                <a:lnTo>
                  <a:pt x="2847302" y="667230"/>
                </a:lnTo>
                <a:lnTo>
                  <a:pt x="2805955" y="687977"/>
                </a:lnTo>
                <a:lnTo>
                  <a:pt x="2761769" y="703325"/>
                </a:lnTo>
                <a:lnTo>
                  <a:pt x="2715169" y="712846"/>
                </a:lnTo>
                <a:lnTo>
                  <a:pt x="2666583" y="71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20255" y="752459"/>
            <a:ext cx="254698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125">
                <a:latin typeface="Trebuchet MS"/>
                <a:cs typeface="Trebuchet MS"/>
              </a:rPr>
              <a:t>CodeCrafters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227911" y="0"/>
            <a:ext cx="13060680" cy="10287000"/>
            <a:chOff x="5227911" y="0"/>
            <a:chExt cx="1306068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7911" y="2957938"/>
              <a:ext cx="7777463" cy="613812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485263" y="568122"/>
              <a:ext cx="5317490" cy="1259205"/>
            </a:xfrm>
            <a:custGeom>
              <a:avLst/>
              <a:gdLst/>
              <a:ahLst/>
              <a:cxnLst/>
              <a:rect l="l" t="t" r="r" b="b"/>
              <a:pathLst>
                <a:path w="5317490" h="1259205">
                  <a:moveTo>
                    <a:pt x="4687835" y="1258926"/>
                  </a:moveTo>
                  <a:lnTo>
                    <a:pt x="629463" y="1258926"/>
                  </a:lnTo>
                  <a:lnTo>
                    <a:pt x="582485" y="1257199"/>
                  </a:lnTo>
                  <a:lnTo>
                    <a:pt x="536445" y="1252101"/>
                  </a:lnTo>
                  <a:lnTo>
                    <a:pt x="491465" y="1243752"/>
                  </a:lnTo>
                  <a:lnTo>
                    <a:pt x="447665" y="1232275"/>
                  </a:lnTo>
                  <a:lnTo>
                    <a:pt x="405169" y="1217791"/>
                  </a:lnTo>
                  <a:lnTo>
                    <a:pt x="364097" y="1200422"/>
                  </a:lnTo>
                  <a:lnTo>
                    <a:pt x="324571" y="1180289"/>
                  </a:lnTo>
                  <a:lnTo>
                    <a:pt x="286713" y="1157515"/>
                  </a:lnTo>
                  <a:lnTo>
                    <a:pt x="250645" y="1132221"/>
                  </a:lnTo>
                  <a:lnTo>
                    <a:pt x="216489" y="1104529"/>
                  </a:lnTo>
                  <a:lnTo>
                    <a:pt x="184365" y="1074560"/>
                  </a:lnTo>
                  <a:lnTo>
                    <a:pt x="154396" y="1042437"/>
                  </a:lnTo>
                  <a:lnTo>
                    <a:pt x="126704" y="1008280"/>
                  </a:lnTo>
                  <a:lnTo>
                    <a:pt x="101410" y="972212"/>
                  </a:lnTo>
                  <a:lnTo>
                    <a:pt x="78636" y="934354"/>
                  </a:lnTo>
                  <a:lnTo>
                    <a:pt x="58503" y="894828"/>
                  </a:lnTo>
                  <a:lnTo>
                    <a:pt x="41134" y="853756"/>
                  </a:lnTo>
                  <a:lnTo>
                    <a:pt x="26650" y="811260"/>
                  </a:lnTo>
                  <a:lnTo>
                    <a:pt x="15173" y="767461"/>
                  </a:lnTo>
                  <a:lnTo>
                    <a:pt x="6824" y="722480"/>
                  </a:lnTo>
                  <a:lnTo>
                    <a:pt x="1726" y="676440"/>
                  </a:lnTo>
                  <a:lnTo>
                    <a:pt x="0" y="629463"/>
                  </a:lnTo>
                  <a:lnTo>
                    <a:pt x="1726" y="582485"/>
                  </a:lnTo>
                  <a:lnTo>
                    <a:pt x="6824" y="536445"/>
                  </a:lnTo>
                  <a:lnTo>
                    <a:pt x="15173" y="491465"/>
                  </a:lnTo>
                  <a:lnTo>
                    <a:pt x="26650" y="447665"/>
                  </a:lnTo>
                  <a:lnTo>
                    <a:pt x="41134" y="405169"/>
                  </a:lnTo>
                  <a:lnTo>
                    <a:pt x="58503" y="364097"/>
                  </a:lnTo>
                  <a:lnTo>
                    <a:pt x="78636" y="324571"/>
                  </a:lnTo>
                  <a:lnTo>
                    <a:pt x="101410" y="286713"/>
                  </a:lnTo>
                  <a:lnTo>
                    <a:pt x="126704" y="250645"/>
                  </a:lnTo>
                  <a:lnTo>
                    <a:pt x="154396" y="216489"/>
                  </a:lnTo>
                  <a:lnTo>
                    <a:pt x="184365" y="184365"/>
                  </a:lnTo>
                  <a:lnTo>
                    <a:pt x="216489" y="154396"/>
                  </a:lnTo>
                  <a:lnTo>
                    <a:pt x="250645" y="126704"/>
                  </a:lnTo>
                  <a:lnTo>
                    <a:pt x="286713" y="101410"/>
                  </a:lnTo>
                  <a:lnTo>
                    <a:pt x="324571" y="78636"/>
                  </a:lnTo>
                  <a:lnTo>
                    <a:pt x="364097" y="58503"/>
                  </a:lnTo>
                  <a:lnTo>
                    <a:pt x="405169" y="41134"/>
                  </a:lnTo>
                  <a:lnTo>
                    <a:pt x="447665" y="26650"/>
                  </a:lnTo>
                  <a:lnTo>
                    <a:pt x="491465" y="15173"/>
                  </a:lnTo>
                  <a:lnTo>
                    <a:pt x="536445" y="6824"/>
                  </a:lnTo>
                  <a:lnTo>
                    <a:pt x="582485" y="1726"/>
                  </a:lnTo>
                  <a:lnTo>
                    <a:pt x="629463" y="0"/>
                  </a:lnTo>
                  <a:lnTo>
                    <a:pt x="4687835" y="0"/>
                  </a:lnTo>
                  <a:lnTo>
                    <a:pt x="4734812" y="1726"/>
                  </a:lnTo>
                  <a:lnTo>
                    <a:pt x="4780852" y="6824"/>
                  </a:lnTo>
                  <a:lnTo>
                    <a:pt x="4825833" y="15173"/>
                  </a:lnTo>
                  <a:lnTo>
                    <a:pt x="4869632" y="26650"/>
                  </a:lnTo>
                  <a:lnTo>
                    <a:pt x="4912129" y="41134"/>
                  </a:lnTo>
                  <a:lnTo>
                    <a:pt x="4953201" y="58503"/>
                  </a:lnTo>
                  <a:lnTo>
                    <a:pt x="4992726" y="78636"/>
                  </a:lnTo>
                  <a:lnTo>
                    <a:pt x="5030584" y="101410"/>
                  </a:lnTo>
                  <a:lnTo>
                    <a:pt x="5066652" y="126704"/>
                  </a:lnTo>
                  <a:lnTo>
                    <a:pt x="5100809" y="154396"/>
                  </a:lnTo>
                  <a:lnTo>
                    <a:pt x="5132933" y="184365"/>
                  </a:lnTo>
                  <a:lnTo>
                    <a:pt x="5162901" y="216489"/>
                  </a:lnTo>
                  <a:lnTo>
                    <a:pt x="5190594" y="250645"/>
                  </a:lnTo>
                  <a:lnTo>
                    <a:pt x="5215888" y="286713"/>
                  </a:lnTo>
                  <a:lnTo>
                    <a:pt x="5238662" y="324571"/>
                  </a:lnTo>
                  <a:lnTo>
                    <a:pt x="5258794" y="364097"/>
                  </a:lnTo>
                  <a:lnTo>
                    <a:pt x="5276163" y="405169"/>
                  </a:lnTo>
                  <a:lnTo>
                    <a:pt x="5290647" y="447665"/>
                  </a:lnTo>
                  <a:lnTo>
                    <a:pt x="5302124" y="491465"/>
                  </a:lnTo>
                  <a:lnTo>
                    <a:pt x="5310473" y="536445"/>
                  </a:lnTo>
                  <a:lnTo>
                    <a:pt x="5315571" y="582485"/>
                  </a:lnTo>
                  <a:lnTo>
                    <a:pt x="5317298" y="629463"/>
                  </a:lnTo>
                  <a:lnTo>
                    <a:pt x="5315571" y="676440"/>
                  </a:lnTo>
                  <a:lnTo>
                    <a:pt x="5310473" y="722480"/>
                  </a:lnTo>
                  <a:lnTo>
                    <a:pt x="5302124" y="767461"/>
                  </a:lnTo>
                  <a:lnTo>
                    <a:pt x="5290647" y="811260"/>
                  </a:lnTo>
                  <a:lnTo>
                    <a:pt x="5276163" y="853756"/>
                  </a:lnTo>
                  <a:lnTo>
                    <a:pt x="5258794" y="894828"/>
                  </a:lnTo>
                  <a:lnTo>
                    <a:pt x="5238662" y="934354"/>
                  </a:lnTo>
                  <a:lnTo>
                    <a:pt x="5215888" y="972212"/>
                  </a:lnTo>
                  <a:lnTo>
                    <a:pt x="5190594" y="1008280"/>
                  </a:lnTo>
                  <a:lnTo>
                    <a:pt x="5162901" y="1042437"/>
                  </a:lnTo>
                  <a:lnTo>
                    <a:pt x="5132933" y="1074560"/>
                  </a:lnTo>
                  <a:lnTo>
                    <a:pt x="5100809" y="1104529"/>
                  </a:lnTo>
                  <a:lnTo>
                    <a:pt x="5066652" y="1132221"/>
                  </a:lnTo>
                  <a:lnTo>
                    <a:pt x="5030584" y="1157515"/>
                  </a:lnTo>
                  <a:lnTo>
                    <a:pt x="4992726" y="1180289"/>
                  </a:lnTo>
                  <a:lnTo>
                    <a:pt x="4953201" y="1200422"/>
                  </a:lnTo>
                  <a:lnTo>
                    <a:pt x="4912129" y="1217791"/>
                  </a:lnTo>
                  <a:lnTo>
                    <a:pt x="4869632" y="1232275"/>
                  </a:lnTo>
                  <a:lnTo>
                    <a:pt x="4825833" y="1243752"/>
                  </a:lnTo>
                  <a:lnTo>
                    <a:pt x="4780852" y="1252101"/>
                  </a:lnTo>
                  <a:lnTo>
                    <a:pt x="4734812" y="1257199"/>
                  </a:lnTo>
                  <a:lnTo>
                    <a:pt x="4687835" y="12589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4122" rIns="0" bIns="0" rtlCol="0" vert="horz">
            <a:spAutoFit/>
          </a:bodyPr>
          <a:lstStyle/>
          <a:p>
            <a:pPr marL="2752090">
              <a:lnSpc>
                <a:spcPct val="100000"/>
              </a:lnSpc>
              <a:spcBef>
                <a:spcPts val="90"/>
              </a:spcBef>
            </a:pPr>
            <a:r>
              <a:rPr dirty="0" spc="225"/>
              <a:t>CodeCrafters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Archit Srivastava</dc:creator>
  <cp:keywords>DAG_-w_ZX4w,BAGhf6sxgUY,0</cp:keywords>
  <dc:title>Synopsis Presentation</dc:title>
  <dcterms:created xsi:type="dcterms:W3CDTF">2026-02-01T19:34:32Z</dcterms:created>
  <dcterms:modified xsi:type="dcterms:W3CDTF">2026-02-01T19:34:32Z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2026-02-01T00:00:00Z</vt:filetime>
  </property>
  <property fmtid="{D5CDD505-2E9C-101B-9397-08002B2CF9AE}" pid="5" name="Producer">
    <vt:lpwstr>Canva</vt:lpwstr>
  </property>
</Properties>
</file>